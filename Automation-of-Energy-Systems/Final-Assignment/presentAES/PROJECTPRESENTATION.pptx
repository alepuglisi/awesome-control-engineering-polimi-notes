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9" autoAdjust="0"/>
    <p:restoredTop sz="94660"/>
  </p:normalViewPr>
  <p:slideViewPr>
    <p:cSldViewPr snapToGrid="0">
      <p:cViewPr>
        <p:scale>
          <a:sx n="90" d="100"/>
          <a:sy n="90" d="100"/>
        </p:scale>
        <p:origin x="403" y="3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Puglisi" userId="858cc4a1209dfa0b" providerId="LiveId" clId="{9E1BE4D9-96D3-452F-8467-514C590E49F2}"/>
    <pc:docChg chg="modSld">
      <pc:chgData name="Alessandro Puglisi" userId="858cc4a1209dfa0b" providerId="LiveId" clId="{9E1BE4D9-96D3-452F-8467-514C590E49F2}" dt="2023-06-14T20:34:24.634" v="1" actId="1036"/>
      <pc:docMkLst>
        <pc:docMk/>
      </pc:docMkLst>
      <pc:sldChg chg="modSp mod">
        <pc:chgData name="Alessandro Puglisi" userId="858cc4a1209dfa0b" providerId="LiveId" clId="{9E1BE4D9-96D3-452F-8467-514C590E49F2}" dt="2023-06-07T20:40:40.628" v="0" actId="1076"/>
        <pc:sldMkLst>
          <pc:docMk/>
          <pc:sldMk cId="2839265131" sldId="256"/>
        </pc:sldMkLst>
        <pc:spChg chg="mod">
          <ac:chgData name="Alessandro Puglisi" userId="858cc4a1209dfa0b" providerId="LiveId" clId="{9E1BE4D9-96D3-452F-8467-514C590E49F2}" dt="2023-06-07T20:40:40.628" v="0" actId="1076"/>
          <ac:spMkLst>
            <pc:docMk/>
            <pc:sldMk cId="2839265131" sldId="256"/>
            <ac:spMk id="3" creationId="{E034F32A-3152-5603-3AD2-9EE5BA069D13}"/>
          </ac:spMkLst>
        </pc:spChg>
      </pc:sldChg>
      <pc:sldChg chg="modSp mod">
        <pc:chgData name="Alessandro Puglisi" userId="858cc4a1209dfa0b" providerId="LiveId" clId="{9E1BE4D9-96D3-452F-8467-514C590E49F2}" dt="2023-06-14T20:34:24.634" v="1" actId="1036"/>
        <pc:sldMkLst>
          <pc:docMk/>
          <pc:sldMk cId="1312468078" sldId="259"/>
        </pc:sldMkLst>
        <pc:picChg chg="mod">
          <ac:chgData name="Alessandro Puglisi" userId="858cc4a1209dfa0b" providerId="LiveId" clId="{9E1BE4D9-96D3-452F-8467-514C590E49F2}" dt="2023-06-14T20:34:24.634" v="1" actId="1036"/>
          <ac:picMkLst>
            <pc:docMk/>
            <pc:sldMk cId="1312468078" sldId="259"/>
            <ac:picMk id="2" creationId="{7CE0D629-A825-ECB7-3796-EC7A620152E6}"/>
          </ac:picMkLst>
        </pc:picChg>
      </pc:sldChg>
    </pc:docChg>
  </pc:docChgLst>
  <pc:docChgLst>
    <pc:chgData name="Alessandro Puglisi" userId="858cc4a1209dfa0b" providerId="LiveId" clId="{F6E32471-381F-4562-B88D-616B1E1C420B}"/>
    <pc:docChg chg="undo custSel addSld modSld">
      <pc:chgData name="Alessandro Puglisi" userId="858cc4a1209dfa0b" providerId="LiveId" clId="{F6E32471-381F-4562-B88D-616B1E1C420B}" dt="2023-06-07T20:34:30.298" v="6184" actId="255"/>
      <pc:docMkLst>
        <pc:docMk/>
      </pc:docMkLst>
      <pc:sldChg chg="modSp mod">
        <pc:chgData name="Alessandro Puglisi" userId="858cc4a1209dfa0b" providerId="LiveId" clId="{F6E32471-381F-4562-B88D-616B1E1C420B}" dt="2023-06-04T21:47:52.821" v="203" actId="27636"/>
        <pc:sldMkLst>
          <pc:docMk/>
          <pc:sldMk cId="2839265131" sldId="256"/>
        </pc:sldMkLst>
        <pc:spChg chg="mod">
          <ac:chgData name="Alessandro Puglisi" userId="858cc4a1209dfa0b" providerId="LiveId" clId="{F6E32471-381F-4562-B88D-616B1E1C420B}" dt="2023-06-04T21:47:52.821" v="203" actId="27636"/>
          <ac:spMkLst>
            <pc:docMk/>
            <pc:sldMk cId="2839265131" sldId="256"/>
            <ac:spMk id="3" creationId="{E034F32A-3152-5603-3AD2-9EE5BA069D13}"/>
          </ac:spMkLst>
        </pc:spChg>
      </pc:sldChg>
      <pc:sldChg chg="addSp delSp modSp new mod">
        <pc:chgData name="Alessandro Puglisi" userId="858cc4a1209dfa0b" providerId="LiveId" clId="{F6E32471-381F-4562-B88D-616B1E1C420B}" dt="2023-06-05T00:06:21.029" v="4401" actId="255"/>
        <pc:sldMkLst>
          <pc:docMk/>
          <pc:sldMk cId="2528948478" sldId="257"/>
        </pc:sldMkLst>
        <pc:spChg chg="add del mod">
          <ac:chgData name="Alessandro Puglisi" userId="858cc4a1209dfa0b" providerId="LiveId" clId="{F6E32471-381F-4562-B88D-616B1E1C420B}" dt="2023-06-05T00:06:21.029" v="4401" actId="255"/>
          <ac:spMkLst>
            <pc:docMk/>
            <pc:sldMk cId="2528948478" sldId="257"/>
            <ac:spMk id="2" creationId="{4B11CB87-EA96-589B-D796-2F255A086104}"/>
          </ac:spMkLst>
        </pc:spChg>
        <pc:spChg chg="mod">
          <ac:chgData name="Alessandro Puglisi" userId="858cc4a1209dfa0b" providerId="LiveId" clId="{F6E32471-381F-4562-B88D-616B1E1C420B}" dt="2023-06-04T22:12:10.034" v="674" actId="27636"/>
          <ac:spMkLst>
            <pc:docMk/>
            <pc:sldMk cId="2528948478" sldId="257"/>
            <ac:spMk id="3" creationId="{041F4977-4406-618D-1F17-DDEA0CCBCCC7}"/>
          </ac:spMkLst>
        </pc:spChg>
        <pc:picChg chg="add mod">
          <ac:chgData name="Alessandro Puglisi" userId="858cc4a1209dfa0b" providerId="LiveId" clId="{F6E32471-381F-4562-B88D-616B1E1C420B}" dt="2023-06-04T21:59:36.091" v="439" actId="1076"/>
          <ac:picMkLst>
            <pc:docMk/>
            <pc:sldMk cId="2528948478" sldId="257"/>
            <ac:picMk id="4" creationId="{91080015-455D-3B55-8D74-1946BE0BDDFF}"/>
          </ac:picMkLst>
        </pc:picChg>
      </pc:sldChg>
      <pc:sldChg chg="addSp delSp modSp new mod chgLayout">
        <pc:chgData name="Alessandro Puglisi" userId="858cc4a1209dfa0b" providerId="LiveId" clId="{F6E32471-381F-4562-B88D-616B1E1C420B}" dt="2023-06-04T22:29:20.721" v="1374" actId="255"/>
        <pc:sldMkLst>
          <pc:docMk/>
          <pc:sldMk cId="1102008575" sldId="258"/>
        </pc:sldMkLst>
        <pc:spChg chg="del">
          <ac:chgData name="Alessandro Puglisi" userId="858cc4a1209dfa0b" providerId="LiveId" clId="{F6E32471-381F-4562-B88D-616B1E1C420B}" dt="2023-06-04T22:02:36.491" v="560" actId="478"/>
          <ac:spMkLst>
            <pc:docMk/>
            <pc:sldMk cId="1102008575" sldId="258"/>
            <ac:spMk id="2" creationId="{94BCE49B-9715-0ECD-1C6A-C942D0DD8DC2}"/>
          </ac:spMkLst>
        </pc:spChg>
        <pc:spChg chg="del mod">
          <ac:chgData name="Alessandro Puglisi" userId="858cc4a1209dfa0b" providerId="LiveId" clId="{F6E32471-381F-4562-B88D-616B1E1C420B}" dt="2023-06-04T22:02:58.825" v="564"/>
          <ac:spMkLst>
            <pc:docMk/>
            <pc:sldMk cId="1102008575" sldId="258"/>
            <ac:spMk id="3" creationId="{504CF134-53F8-51EA-5FC7-BAFC6467F386}"/>
          </ac:spMkLst>
        </pc:spChg>
        <pc:spChg chg="add del mod ord">
          <ac:chgData name="Alessandro Puglisi" userId="858cc4a1209dfa0b" providerId="LiveId" clId="{F6E32471-381F-4562-B88D-616B1E1C420B}" dt="2023-06-04T22:03:33.763" v="568" actId="478"/>
          <ac:spMkLst>
            <pc:docMk/>
            <pc:sldMk cId="1102008575" sldId="258"/>
            <ac:spMk id="5" creationId="{33DCB2AF-C243-D3BC-0302-2574A14B1C3D}"/>
          </ac:spMkLst>
        </pc:spChg>
        <pc:spChg chg="add mod">
          <ac:chgData name="Alessandro Puglisi" userId="858cc4a1209dfa0b" providerId="LiveId" clId="{F6E32471-381F-4562-B88D-616B1E1C420B}" dt="2023-06-04T22:29:20.721" v="1374" actId="255"/>
          <ac:spMkLst>
            <pc:docMk/>
            <pc:sldMk cId="1102008575" sldId="258"/>
            <ac:spMk id="7" creationId="{6EDF525A-3D13-DE52-0BAC-622407A74236}"/>
          </ac:spMkLst>
        </pc:spChg>
        <pc:spChg chg="add del mod">
          <ac:chgData name="Alessandro Puglisi" userId="858cc4a1209dfa0b" providerId="LiveId" clId="{F6E32471-381F-4562-B88D-616B1E1C420B}" dt="2023-06-04T22:13:37.195" v="720" actId="478"/>
          <ac:spMkLst>
            <pc:docMk/>
            <pc:sldMk cId="1102008575" sldId="258"/>
            <ac:spMk id="11" creationId="{786FAB6E-2614-4F9C-7B04-E92105B7B8FE}"/>
          </ac:spMkLst>
        </pc:spChg>
        <pc:spChg chg="add mod">
          <ac:chgData name="Alessandro Puglisi" userId="858cc4a1209dfa0b" providerId="LiveId" clId="{F6E32471-381F-4562-B88D-616B1E1C420B}" dt="2023-06-04T22:21:46.154" v="1137" actId="207"/>
          <ac:spMkLst>
            <pc:docMk/>
            <pc:sldMk cId="1102008575" sldId="258"/>
            <ac:spMk id="12" creationId="{6C00D438-3BDC-0DF8-CE96-4B60A2A98D9D}"/>
          </ac:spMkLst>
        </pc:spChg>
        <pc:picChg chg="add del mod ord">
          <ac:chgData name="Alessandro Puglisi" userId="858cc4a1209dfa0b" providerId="LiveId" clId="{F6E32471-381F-4562-B88D-616B1E1C420B}" dt="2023-06-04T22:03:38.337" v="570" actId="478"/>
          <ac:picMkLst>
            <pc:docMk/>
            <pc:sldMk cId="1102008575" sldId="258"/>
            <ac:picMk id="4" creationId="{5F895D85-6376-FC71-51F5-308E6A6C0943}"/>
          </ac:picMkLst>
        </pc:picChg>
        <pc:picChg chg="add mod">
          <ac:chgData name="Alessandro Puglisi" userId="858cc4a1209dfa0b" providerId="LiveId" clId="{F6E32471-381F-4562-B88D-616B1E1C420B}" dt="2023-06-04T22:19:03.979" v="979" actId="1076"/>
          <ac:picMkLst>
            <pc:docMk/>
            <pc:sldMk cId="1102008575" sldId="258"/>
            <ac:picMk id="8" creationId="{5800798F-00BB-0055-F958-BCD04D68036D}"/>
          </ac:picMkLst>
        </pc:picChg>
        <pc:picChg chg="add mod">
          <ac:chgData name="Alessandro Puglisi" userId="858cc4a1209dfa0b" providerId="LiveId" clId="{F6E32471-381F-4562-B88D-616B1E1C420B}" dt="2023-06-04T22:18:44.377" v="964" actId="1076"/>
          <ac:picMkLst>
            <pc:docMk/>
            <pc:sldMk cId="1102008575" sldId="258"/>
            <ac:picMk id="10" creationId="{A5B56277-767A-D6E5-9D9E-CC03E412D10A}"/>
          </ac:picMkLst>
        </pc:picChg>
        <pc:picChg chg="add del mod">
          <ac:chgData name="Alessandro Puglisi" userId="858cc4a1209dfa0b" providerId="LiveId" clId="{F6E32471-381F-4562-B88D-616B1E1C420B}" dt="2023-06-04T22:26:30.120" v="1355" actId="478"/>
          <ac:picMkLst>
            <pc:docMk/>
            <pc:sldMk cId="1102008575" sldId="258"/>
            <ac:picMk id="13" creationId="{2C763E98-BB32-C752-D50D-928F7D5A1D87}"/>
          </ac:picMkLst>
        </pc:picChg>
        <pc:picChg chg="add mod">
          <ac:chgData name="Alessandro Puglisi" userId="858cc4a1209dfa0b" providerId="LiveId" clId="{F6E32471-381F-4562-B88D-616B1E1C420B}" dt="2023-06-04T22:28:51.612" v="1370" actId="692"/>
          <ac:picMkLst>
            <pc:docMk/>
            <pc:sldMk cId="1102008575" sldId="258"/>
            <ac:picMk id="15" creationId="{3B01638D-6309-2D7D-3A9D-A1CFCE6BEE15}"/>
          </ac:picMkLst>
        </pc:picChg>
      </pc:sldChg>
      <pc:sldChg chg="addSp delSp modSp new mod">
        <pc:chgData name="Alessandro Puglisi" userId="858cc4a1209dfa0b" providerId="LiveId" clId="{F6E32471-381F-4562-B88D-616B1E1C420B}" dt="2023-06-07T20:34:02.442" v="6183" actId="255"/>
        <pc:sldMkLst>
          <pc:docMk/>
          <pc:sldMk cId="1312468078" sldId="259"/>
        </pc:sldMkLst>
        <pc:spChg chg="del">
          <ac:chgData name="Alessandro Puglisi" userId="858cc4a1209dfa0b" providerId="LiveId" clId="{F6E32471-381F-4562-B88D-616B1E1C420B}" dt="2023-06-04T22:29:51.946" v="1376" actId="478"/>
          <ac:spMkLst>
            <pc:docMk/>
            <pc:sldMk cId="1312468078" sldId="259"/>
            <ac:spMk id="2" creationId="{9618A222-B437-E020-0486-49A5F0FA4E33}"/>
          </ac:spMkLst>
        </pc:spChg>
        <pc:spChg chg="mod">
          <ac:chgData name="Alessandro Puglisi" userId="858cc4a1209dfa0b" providerId="LiveId" clId="{F6E32471-381F-4562-B88D-616B1E1C420B}" dt="2023-06-07T20:34:02.442" v="6183" actId="255"/>
          <ac:spMkLst>
            <pc:docMk/>
            <pc:sldMk cId="1312468078" sldId="259"/>
            <ac:spMk id="3" creationId="{2D388266-AFF6-34AD-52D6-3422D545188C}"/>
          </ac:spMkLst>
        </pc:spChg>
        <pc:spChg chg="add mod">
          <ac:chgData name="Alessandro Puglisi" userId="858cc4a1209dfa0b" providerId="LiveId" clId="{F6E32471-381F-4562-B88D-616B1E1C420B}" dt="2023-06-04T22:38:52.854" v="1830" actId="20577"/>
          <ac:spMkLst>
            <pc:docMk/>
            <pc:sldMk cId="1312468078" sldId="259"/>
            <ac:spMk id="7" creationId="{980FBDFF-A21D-B0DB-A073-856EE77E67D0}"/>
          </ac:spMkLst>
        </pc:spChg>
        <pc:picChg chg="add mod">
          <ac:chgData name="Alessandro Puglisi" userId="858cc4a1209dfa0b" providerId="LiveId" clId="{F6E32471-381F-4562-B88D-616B1E1C420B}" dt="2023-06-04T22:36:08.077" v="1549" actId="1076"/>
          <ac:picMkLst>
            <pc:docMk/>
            <pc:sldMk cId="1312468078" sldId="259"/>
            <ac:picMk id="2" creationId="{7CE0D629-A825-ECB7-3796-EC7A620152E6}"/>
          </ac:picMkLst>
        </pc:picChg>
        <pc:picChg chg="add mod">
          <ac:chgData name="Alessandro Puglisi" userId="858cc4a1209dfa0b" providerId="LiveId" clId="{F6E32471-381F-4562-B88D-616B1E1C420B}" dt="2023-06-04T22:33:28.740" v="1490" actId="1076"/>
          <ac:picMkLst>
            <pc:docMk/>
            <pc:sldMk cId="1312468078" sldId="259"/>
            <ac:picMk id="4" creationId="{312B6C3E-1FB1-90FC-D229-0737A8C79684}"/>
          </ac:picMkLst>
        </pc:picChg>
        <pc:picChg chg="add mod">
          <ac:chgData name="Alessandro Puglisi" userId="858cc4a1209dfa0b" providerId="LiveId" clId="{F6E32471-381F-4562-B88D-616B1E1C420B}" dt="2023-06-04T22:36:02.553" v="1548" actId="1076"/>
          <ac:picMkLst>
            <pc:docMk/>
            <pc:sldMk cId="1312468078" sldId="259"/>
            <ac:picMk id="5" creationId="{FFA57567-AF74-2DE1-1B96-8B19EDA52A57}"/>
          </ac:picMkLst>
        </pc:picChg>
        <pc:picChg chg="add mod">
          <ac:chgData name="Alessandro Puglisi" userId="858cc4a1209dfa0b" providerId="LiveId" clId="{F6E32471-381F-4562-B88D-616B1E1C420B}" dt="2023-06-04T22:36:12.161" v="1550" actId="1076"/>
          <ac:picMkLst>
            <pc:docMk/>
            <pc:sldMk cId="1312468078" sldId="259"/>
            <ac:picMk id="6" creationId="{1F128CF2-02E1-EF95-F854-864BC60C8B3C}"/>
          </ac:picMkLst>
        </pc:picChg>
      </pc:sldChg>
      <pc:sldChg chg="addSp delSp modSp new mod">
        <pc:chgData name="Alessandro Puglisi" userId="858cc4a1209dfa0b" providerId="LiveId" clId="{F6E32471-381F-4562-B88D-616B1E1C420B}" dt="2023-06-04T23:00:23.670" v="2572" actId="1076"/>
        <pc:sldMkLst>
          <pc:docMk/>
          <pc:sldMk cId="2428687601" sldId="260"/>
        </pc:sldMkLst>
        <pc:spChg chg="del">
          <ac:chgData name="Alessandro Puglisi" userId="858cc4a1209dfa0b" providerId="LiveId" clId="{F6E32471-381F-4562-B88D-616B1E1C420B}" dt="2023-06-04T22:44:23.040" v="1905" actId="478"/>
          <ac:spMkLst>
            <pc:docMk/>
            <pc:sldMk cId="2428687601" sldId="260"/>
            <ac:spMk id="2" creationId="{EE10CF85-941E-DA7A-C397-6C42B87A6D45}"/>
          </ac:spMkLst>
        </pc:spChg>
        <pc:spChg chg="del mod">
          <ac:chgData name="Alessandro Puglisi" userId="858cc4a1209dfa0b" providerId="LiveId" clId="{F6E32471-381F-4562-B88D-616B1E1C420B}" dt="2023-06-04T22:44:48.234" v="1910"/>
          <ac:spMkLst>
            <pc:docMk/>
            <pc:sldMk cId="2428687601" sldId="260"/>
            <ac:spMk id="3" creationId="{409C57D6-75D5-F9E2-F603-7123EA904132}"/>
          </ac:spMkLst>
        </pc:spChg>
        <pc:spChg chg="add mod">
          <ac:chgData name="Alessandro Puglisi" userId="858cc4a1209dfa0b" providerId="LiveId" clId="{F6E32471-381F-4562-B88D-616B1E1C420B}" dt="2023-06-04T23:00:21.405" v="2571" actId="20577"/>
          <ac:spMkLst>
            <pc:docMk/>
            <pc:sldMk cId="2428687601" sldId="260"/>
            <ac:spMk id="6" creationId="{F2875A10-7CCA-9CD1-F82F-6388C8892700}"/>
          </ac:spMkLst>
        </pc:spChg>
        <pc:picChg chg="add del mod">
          <ac:chgData name="Alessandro Puglisi" userId="858cc4a1209dfa0b" providerId="LiveId" clId="{F6E32471-381F-4562-B88D-616B1E1C420B}" dt="2023-06-04T22:44:52.680" v="1912" actId="478"/>
          <ac:picMkLst>
            <pc:docMk/>
            <pc:sldMk cId="2428687601" sldId="260"/>
            <ac:picMk id="4" creationId="{48A8C400-FCD0-C06B-34C9-AFA05A324C84}"/>
          </ac:picMkLst>
        </pc:picChg>
        <pc:picChg chg="add mod">
          <ac:chgData name="Alessandro Puglisi" userId="858cc4a1209dfa0b" providerId="LiveId" clId="{F6E32471-381F-4562-B88D-616B1E1C420B}" dt="2023-06-04T23:00:09.635" v="2565" actId="1076"/>
          <ac:picMkLst>
            <pc:docMk/>
            <pc:sldMk cId="2428687601" sldId="260"/>
            <ac:picMk id="8" creationId="{2F4C37B0-FBC4-1936-D0FC-3D972E66B01C}"/>
          </ac:picMkLst>
        </pc:picChg>
        <pc:picChg chg="add mod">
          <ac:chgData name="Alessandro Puglisi" userId="858cc4a1209dfa0b" providerId="LiveId" clId="{F6E32471-381F-4562-B88D-616B1E1C420B}" dt="2023-06-04T23:00:23.670" v="2572" actId="1076"/>
          <ac:picMkLst>
            <pc:docMk/>
            <pc:sldMk cId="2428687601" sldId="260"/>
            <ac:picMk id="10" creationId="{19E320C4-6014-D2D9-6DF5-6D0DF6549998}"/>
          </ac:picMkLst>
        </pc:picChg>
        <pc:picChg chg="add mod">
          <ac:chgData name="Alessandro Puglisi" userId="858cc4a1209dfa0b" providerId="LiveId" clId="{F6E32471-381F-4562-B88D-616B1E1C420B}" dt="2023-06-04T22:59:35.376" v="2562" actId="692"/>
          <ac:picMkLst>
            <pc:docMk/>
            <pc:sldMk cId="2428687601" sldId="260"/>
            <ac:picMk id="12" creationId="{DA02201C-3093-0B0B-F544-B61760AECFFE}"/>
          </ac:picMkLst>
        </pc:picChg>
      </pc:sldChg>
      <pc:sldChg chg="addSp delSp modSp new mod">
        <pc:chgData name="Alessandro Puglisi" userId="858cc4a1209dfa0b" providerId="LiveId" clId="{F6E32471-381F-4562-B88D-616B1E1C420B}" dt="2023-06-04T23:48:01.057" v="3862" actId="1076"/>
        <pc:sldMkLst>
          <pc:docMk/>
          <pc:sldMk cId="3369938643" sldId="261"/>
        </pc:sldMkLst>
        <pc:spChg chg="mod">
          <ac:chgData name="Alessandro Puglisi" userId="858cc4a1209dfa0b" providerId="LiveId" clId="{F6E32471-381F-4562-B88D-616B1E1C420B}" dt="2023-06-04T23:17:02.693" v="2905" actId="1076"/>
          <ac:spMkLst>
            <pc:docMk/>
            <pc:sldMk cId="3369938643" sldId="261"/>
            <ac:spMk id="2" creationId="{3E50A5DC-9DC8-F8F8-5B3A-8DBE167C4F74}"/>
          </ac:spMkLst>
        </pc:spChg>
        <pc:spChg chg="mod">
          <ac:chgData name="Alessandro Puglisi" userId="858cc4a1209dfa0b" providerId="LiveId" clId="{F6E32471-381F-4562-B88D-616B1E1C420B}" dt="2023-06-04T23:19:40.896" v="3006" actId="20577"/>
          <ac:spMkLst>
            <pc:docMk/>
            <pc:sldMk cId="3369938643" sldId="261"/>
            <ac:spMk id="3" creationId="{81C9B99E-7DEF-1371-C24B-C717F393893A}"/>
          </ac:spMkLst>
        </pc:spChg>
        <pc:spChg chg="add del">
          <ac:chgData name="Alessandro Puglisi" userId="858cc4a1209dfa0b" providerId="LiveId" clId="{F6E32471-381F-4562-B88D-616B1E1C420B}" dt="2023-06-04T23:13:29.991" v="2837"/>
          <ac:spMkLst>
            <pc:docMk/>
            <pc:sldMk cId="3369938643" sldId="261"/>
            <ac:spMk id="5" creationId="{FC4E3D89-B170-53D4-044E-EBE2212B7B7B}"/>
          </ac:spMkLst>
        </pc:spChg>
        <pc:spChg chg="add mod">
          <ac:chgData name="Alessandro Puglisi" userId="858cc4a1209dfa0b" providerId="LiveId" clId="{F6E32471-381F-4562-B88D-616B1E1C420B}" dt="2023-06-04T23:12:35.160" v="2833" actId="1076"/>
          <ac:spMkLst>
            <pc:docMk/>
            <pc:sldMk cId="3369938643" sldId="261"/>
            <ac:spMk id="7" creationId="{DA28813D-5419-2A42-9159-DE3D1EEA0DB7}"/>
          </ac:spMkLst>
        </pc:spChg>
        <pc:spChg chg="add del">
          <ac:chgData name="Alessandro Puglisi" userId="858cc4a1209dfa0b" providerId="LiveId" clId="{F6E32471-381F-4562-B88D-616B1E1C420B}" dt="2023-06-04T23:13:29.991" v="2837"/>
          <ac:spMkLst>
            <pc:docMk/>
            <pc:sldMk cId="3369938643" sldId="261"/>
            <ac:spMk id="8" creationId="{97DE9389-CFF0-61E0-FC5E-607700E2607C}"/>
          </ac:spMkLst>
        </pc:spChg>
        <pc:spChg chg="add del">
          <ac:chgData name="Alessandro Puglisi" userId="858cc4a1209dfa0b" providerId="LiveId" clId="{F6E32471-381F-4562-B88D-616B1E1C420B}" dt="2023-06-04T23:13:29.991" v="2837"/>
          <ac:spMkLst>
            <pc:docMk/>
            <pc:sldMk cId="3369938643" sldId="261"/>
            <ac:spMk id="9" creationId="{6FF06B96-1BBB-0190-1F9F-27D23E11529C}"/>
          </ac:spMkLst>
        </pc:spChg>
        <pc:spChg chg="add mod">
          <ac:chgData name="Alessandro Puglisi" userId="858cc4a1209dfa0b" providerId="LiveId" clId="{F6E32471-381F-4562-B88D-616B1E1C420B}" dt="2023-06-04T23:16:42.219" v="2901" actId="1076"/>
          <ac:spMkLst>
            <pc:docMk/>
            <pc:sldMk cId="3369938643" sldId="261"/>
            <ac:spMk id="10" creationId="{9467E237-6E7D-35D7-A432-6D33C798E709}"/>
          </ac:spMkLst>
        </pc:spChg>
        <pc:graphicFrameChg chg="add mod modGraphic">
          <ac:chgData name="Alessandro Puglisi" userId="858cc4a1209dfa0b" providerId="LiveId" clId="{F6E32471-381F-4562-B88D-616B1E1C420B}" dt="2023-06-04T23:48:01.057" v="3862" actId="1076"/>
          <ac:graphicFrameMkLst>
            <pc:docMk/>
            <pc:sldMk cId="3369938643" sldId="261"/>
            <ac:graphicFrameMk id="4" creationId="{84A8E54E-59BA-7CD0-9EDC-447E65D22B7D}"/>
          </ac:graphicFrameMkLst>
        </pc:graphicFrameChg>
        <pc:picChg chg="add mod">
          <ac:chgData name="Alessandro Puglisi" userId="858cc4a1209dfa0b" providerId="LiveId" clId="{F6E32471-381F-4562-B88D-616B1E1C420B}" dt="2023-06-04T23:12:40.694" v="2835" actId="1076"/>
          <ac:picMkLst>
            <pc:docMk/>
            <pc:sldMk cId="3369938643" sldId="261"/>
            <ac:picMk id="6" creationId="{BD493D6A-072C-8B61-29E4-A0C6DEEFE8E4}"/>
          </ac:picMkLst>
        </pc:picChg>
      </pc:sldChg>
      <pc:sldChg chg="addSp delSp modSp new mod">
        <pc:chgData name="Alessandro Puglisi" userId="858cc4a1209dfa0b" providerId="LiveId" clId="{F6E32471-381F-4562-B88D-616B1E1C420B}" dt="2023-06-04T23:52:09.742" v="4058" actId="5793"/>
        <pc:sldMkLst>
          <pc:docMk/>
          <pc:sldMk cId="1219509894" sldId="262"/>
        </pc:sldMkLst>
        <pc:spChg chg="del">
          <ac:chgData name="Alessandro Puglisi" userId="858cc4a1209dfa0b" providerId="LiveId" clId="{F6E32471-381F-4562-B88D-616B1E1C420B}" dt="2023-06-04T23:17:30.317" v="2911" actId="478"/>
          <ac:spMkLst>
            <pc:docMk/>
            <pc:sldMk cId="1219509894" sldId="262"/>
            <ac:spMk id="2" creationId="{6599BF76-4CBD-761C-A406-200894032623}"/>
          </ac:spMkLst>
        </pc:spChg>
        <pc:spChg chg="mod">
          <ac:chgData name="Alessandro Puglisi" userId="858cc4a1209dfa0b" providerId="LiveId" clId="{F6E32471-381F-4562-B88D-616B1E1C420B}" dt="2023-06-04T23:38:10.313" v="3605" actId="20577"/>
          <ac:spMkLst>
            <pc:docMk/>
            <pc:sldMk cId="1219509894" sldId="262"/>
            <ac:spMk id="3" creationId="{0AB8A136-8C44-0FFC-918D-366AD7BFCA12}"/>
          </ac:spMkLst>
        </pc:spChg>
        <pc:graphicFrameChg chg="add mod modGraphic">
          <ac:chgData name="Alessandro Puglisi" userId="858cc4a1209dfa0b" providerId="LiveId" clId="{F6E32471-381F-4562-B88D-616B1E1C420B}" dt="2023-06-04T23:52:09.742" v="4058" actId="5793"/>
          <ac:graphicFrameMkLst>
            <pc:docMk/>
            <pc:sldMk cId="1219509894" sldId="262"/>
            <ac:graphicFrameMk id="5" creationId="{D4C3A03F-58D1-AF43-0545-D0363CF48148}"/>
          </ac:graphicFrameMkLst>
        </pc:graphicFrameChg>
        <pc:picChg chg="add mod">
          <ac:chgData name="Alessandro Puglisi" userId="858cc4a1209dfa0b" providerId="LiveId" clId="{F6E32471-381F-4562-B88D-616B1E1C420B}" dt="2023-06-04T23:21:42.727" v="3066" actId="14100"/>
          <ac:picMkLst>
            <pc:docMk/>
            <pc:sldMk cId="1219509894" sldId="262"/>
            <ac:picMk id="4" creationId="{62ABE33B-BF67-08DA-2387-B092F1870345}"/>
          </ac:picMkLst>
        </pc:picChg>
        <pc:cxnChg chg="add">
          <ac:chgData name="Alessandro Puglisi" userId="858cc4a1209dfa0b" providerId="LiveId" clId="{F6E32471-381F-4562-B88D-616B1E1C420B}" dt="2023-06-04T23:32:37.433" v="3396" actId="11529"/>
          <ac:cxnSpMkLst>
            <pc:docMk/>
            <pc:sldMk cId="1219509894" sldId="262"/>
            <ac:cxnSpMk id="7" creationId="{7CC232DD-7426-052A-7452-9C4D2334EA5E}"/>
          </ac:cxnSpMkLst>
        </pc:cxnChg>
      </pc:sldChg>
      <pc:sldChg chg="addSp delSp modSp new mod">
        <pc:chgData name="Alessandro Puglisi" userId="858cc4a1209dfa0b" providerId="LiveId" clId="{F6E32471-381F-4562-B88D-616B1E1C420B}" dt="2023-06-04T23:58:26.700" v="4278" actId="20577"/>
        <pc:sldMkLst>
          <pc:docMk/>
          <pc:sldMk cId="3616350804" sldId="263"/>
        </pc:sldMkLst>
        <pc:spChg chg="del">
          <ac:chgData name="Alessandro Puglisi" userId="858cc4a1209dfa0b" providerId="LiveId" clId="{F6E32471-381F-4562-B88D-616B1E1C420B}" dt="2023-06-04T23:32:55.871" v="3398" actId="478"/>
          <ac:spMkLst>
            <pc:docMk/>
            <pc:sldMk cId="3616350804" sldId="263"/>
            <ac:spMk id="2" creationId="{0B3A7C5C-7C27-A1D1-6B49-950C64A0B10E}"/>
          </ac:spMkLst>
        </pc:spChg>
        <pc:spChg chg="mod">
          <ac:chgData name="Alessandro Puglisi" userId="858cc4a1209dfa0b" providerId="LiveId" clId="{F6E32471-381F-4562-B88D-616B1E1C420B}" dt="2023-06-04T23:58:26.700" v="4278" actId="20577"/>
          <ac:spMkLst>
            <pc:docMk/>
            <pc:sldMk cId="3616350804" sldId="263"/>
            <ac:spMk id="3" creationId="{869F1879-F23F-3EF0-76B8-0F9A787266E9}"/>
          </ac:spMkLst>
        </pc:spChg>
        <pc:graphicFrameChg chg="add mod modGraphic">
          <ac:chgData name="Alessandro Puglisi" userId="858cc4a1209dfa0b" providerId="LiveId" clId="{F6E32471-381F-4562-B88D-616B1E1C420B}" dt="2023-06-04T23:51:30.319" v="4046" actId="14734"/>
          <ac:graphicFrameMkLst>
            <pc:docMk/>
            <pc:sldMk cId="3616350804" sldId="263"/>
            <ac:graphicFrameMk id="9" creationId="{C8E4C4C2-27A6-EA2B-475A-F752F0DDF4E7}"/>
          </ac:graphicFrameMkLst>
        </pc:graphicFrameChg>
        <pc:picChg chg="add del mod">
          <ac:chgData name="Alessandro Puglisi" userId="858cc4a1209dfa0b" providerId="LiveId" clId="{F6E32471-381F-4562-B88D-616B1E1C420B}" dt="2023-06-04T23:33:27.401" v="3420"/>
          <ac:picMkLst>
            <pc:docMk/>
            <pc:sldMk cId="3616350804" sldId="263"/>
            <ac:picMk id="4" creationId="{38FABBEA-79AA-2129-2B0F-D8BE4E9757A9}"/>
          </ac:picMkLst>
        </pc:picChg>
        <pc:picChg chg="add mod">
          <ac:chgData name="Alessandro Puglisi" userId="858cc4a1209dfa0b" providerId="LiveId" clId="{F6E32471-381F-4562-B88D-616B1E1C420B}" dt="2023-06-04T23:44:21.984" v="3818" actId="1076"/>
          <ac:picMkLst>
            <pc:docMk/>
            <pc:sldMk cId="3616350804" sldId="263"/>
            <ac:picMk id="5" creationId="{02926F6E-3793-3564-27EF-A22B3222E33A}"/>
          </ac:picMkLst>
        </pc:picChg>
        <pc:picChg chg="add del mod">
          <ac:chgData name="Alessandro Puglisi" userId="858cc4a1209dfa0b" providerId="LiveId" clId="{F6E32471-381F-4562-B88D-616B1E1C420B}" dt="2023-06-04T23:42:14.563" v="3734" actId="478"/>
          <ac:picMkLst>
            <pc:docMk/>
            <pc:sldMk cId="3616350804" sldId="263"/>
            <ac:picMk id="6" creationId="{7A489279-0DA4-3780-7D54-BFC7A68B571A}"/>
          </ac:picMkLst>
        </pc:picChg>
        <pc:picChg chg="add mod">
          <ac:chgData name="Alessandro Puglisi" userId="858cc4a1209dfa0b" providerId="LiveId" clId="{F6E32471-381F-4562-B88D-616B1E1C420B}" dt="2023-06-04T23:53:09.478" v="4112" actId="1076"/>
          <ac:picMkLst>
            <pc:docMk/>
            <pc:sldMk cId="3616350804" sldId="263"/>
            <ac:picMk id="8" creationId="{D6EE4908-4C4C-B6A7-D6D9-6BC354B1FA35}"/>
          </ac:picMkLst>
        </pc:picChg>
      </pc:sldChg>
      <pc:sldChg chg="addSp delSp modSp new mod">
        <pc:chgData name="Alessandro Puglisi" userId="858cc4a1209dfa0b" providerId="LiveId" clId="{F6E32471-381F-4562-B88D-616B1E1C420B}" dt="2023-06-05T01:13:49.901" v="6159" actId="1076"/>
        <pc:sldMkLst>
          <pc:docMk/>
          <pc:sldMk cId="1376624674" sldId="264"/>
        </pc:sldMkLst>
        <pc:spChg chg="del">
          <ac:chgData name="Alessandro Puglisi" userId="858cc4a1209dfa0b" providerId="LiveId" clId="{F6E32471-381F-4562-B88D-616B1E1C420B}" dt="2023-06-04T23:57:12.247" v="4114" actId="478"/>
          <ac:spMkLst>
            <pc:docMk/>
            <pc:sldMk cId="1376624674" sldId="264"/>
            <ac:spMk id="2" creationId="{4D0C6E39-56AD-65B7-774B-FC41F8399EA8}"/>
          </ac:spMkLst>
        </pc:spChg>
        <pc:spChg chg="del mod">
          <ac:chgData name="Alessandro Puglisi" userId="858cc4a1209dfa0b" providerId="LiveId" clId="{F6E32471-381F-4562-B88D-616B1E1C420B}" dt="2023-06-04T23:58:51.880" v="4280" actId="931"/>
          <ac:spMkLst>
            <pc:docMk/>
            <pc:sldMk cId="1376624674" sldId="264"/>
            <ac:spMk id="3" creationId="{E25847B7-18C5-7095-4286-B8E768ECC0FF}"/>
          </ac:spMkLst>
        </pc:spChg>
        <pc:spChg chg="add mod">
          <ac:chgData name="Alessandro Puglisi" userId="858cc4a1209dfa0b" providerId="LiveId" clId="{F6E32471-381F-4562-B88D-616B1E1C420B}" dt="2023-06-05T00:05:24.838" v="4399" actId="1076"/>
          <ac:spMkLst>
            <pc:docMk/>
            <pc:sldMk cId="1376624674" sldId="264"/>
            <ac:spMk id="12" creationId="{1F761FA9-619A-D678-5FF8-3576F4A0329D}"/>
          </ac:spMkLst>
        </pc:spChg>
        <pc:spChg chg="add mod">
          <ac:chgData name="Alessandro Puglisi" userId="858cc4a1209dfa0b" providerId="LiveId" clId="{F6E32471-381F-4562-B88D-616B1E1C420B}" dt="2023-06-05T01:13:02.473" v="6154" actId="1076"/>
          <ac:spMkLst>
            <pc:docMk/>
            <pc:sldMk cId="1376624674" sldId="264"/>
            <ac:spMk id="13" creationId="{A9C4F4AE-C599-486D-68A8-10BD4EE76706}"/>
          </ac:spMkLst>
        </pc:spChg>
        <pc:spChg chg="add mod">
          <ac:chgData name="Alessandro Puglisi" userId="858cc4a1209dfa0b" providerId="LiveId" clId="{F6E32471-381F-4562-B88D-616B1E1C420B}" dt="2023-06-05T01:13:33.693" v="6157" actId="1076"/>
          <ac:spMkLst>
            <pc:docMk/>
            <pc:sldMk cId="1376624674" sldId="264"/>
            <ac:spMk id="14" creationId="{4FB29D93-6AE1-5070-774E-F34B196A42F2}"/>
          </ac:spMkLst>
        </pc:spChg>
        <pc:spChg chg="add mod">
          <ac:chgData name="Alessandro Puglisi" userId="858cc4a1209dfa0b" providerId="LiveId" clId="{F6E32471-381F-4562-B88D-616B1E1C420B}" dt="2023-06-05T01:13:49.901" v="6159" actId="1076"/>
          <ac:spMkLst>
            <pc:docMk/>
            <pc:sldMk cId="1376624674" sldId="264"/>
            <ac:spMk id="15" creationId="{6C4E6B44-EC7D-5C0D-8A74-E8A42CBB21D6}"/>
          </ac:spMkLst>
        </pc:spChg>
        <pc:picChg chg="add mod">
          <ac:chgData name="Alessandro Puglisi" userId="858cc4a1209dfa0b" providerId="LiveId" clId="{F6E32471-381F-4562-B88D-616B1E1C420B}" dt="2023-06-05T00:03:23.065" v="4297" actId="1076"/>
          <ac:picMkLst>
            <pc:docMk/>
            <pc:sldMk cId="1376624674" sldId="264"/>
            <ac:picMk id="5" creationId="{11D0ADFC-4417-7FA6-76E8-FEB47BB19001}"/>
          </ac:picMkLst>
        </pc:picChg>
        <pc:picChg chg="add mod">
          <ac:chgData name="Alessandro Puglisi" userId="858cc4a1209dfa0b" providerId="LiveId" clId="{F6E32471-381F-4562-B88D-616B1E1C420B}" dt="2023-06-05T01:12:58.329" v="6153" actId="1076"/>
          <ac:picMkLst>
            <pc:docMk/>
            <pc:sldMk cId="1376624674" sldId="264"/>
            <ac:picMk id="7" creationId="{F4A782C4-D73C-778C-B9BF-D3E2B766B37C}"/>
          </ac:picMkLst>
        </pc:picChg>
        <pc:picChg chg="add mod">
          <ac:chgData name="Alessandro Puglisi" userId="858cc4a1209dfa0b" providerId="LiveId" clId="{F6E32471-381F-4562-B88D-616B1E1C420B}" dt="2023-06-05T00:03:44.987" v="4305" actId="14100"/>
          <ac:picMkLst>
            <pc:docMk/>
            <pc:sldMk cId="1376624674" sldId="264"/>
            <ac:picMk id="9" creationId="{B16AC592-18C1-8344-D953-908050ED154D}"/>
          </ac:picMkLst>
        </pc:picChg>
        <pc:picChg chg="add mod">
          <ac:chgData name="Alessandro Puglisi" userId="858cc4a1209dfa0b" providerId="LiveId" clId="{F6E32471-381F-4562-B88D-616B1E1C420B}" dt="2023-06-05T00:04:00.841" v="4314" actId="1076"/>
          <ac:picMkLst>
            <pc:docMk/>
            <pc:sldMk cId="1376624674" sldId="264"/>
            <ac:picMk id="11" creationId="{04D7897D-96E8-3BE0-B73E-580E66A03BB4}"/>
          </ac:picMkLst>
        </pc:picChg>
      </pc:sldChg>
      <pc:sldChg chg="addSp delSp modSp new mod">
        <pc:chgData name="Alessandro Puglisi" userId="858cc4a1209dfa0b" providerId="LiveId" clId="{F6E32471-381F-4562-B88D-616B1E1C420B}" dt="2023-06-07T20:34:30.298" v="6184" actId="255"/>
        <pc:sldMkLst>
          <pc:docMk/>
          <pc:sldMk cId="3058932600" sldId="265"/>
        </pc:sldMkLst>
        <pc:spChg chg="mod">
          <ac:chgData name="Alessandro Puglisi" userId="858cc4a1209dfa0b" providerId="LiveId" clId="{F6E32471-381F-4562-B88D-616B1E1C420B}" dt="2023-06-05T00:09:05.292" v="4449" actId="1076"/>
          <ac:spMkLst>
            <pc:docMk/>
            <pc:sldMk cId="3058932600" sldId="265"/>
            <ac:spMk id="2" creationId="{1E83D387-510E-F353-C4BF-9013A7B78DC8}"/>
          </ac:spMkLst>
        </pc:spChg>
        <pc:spChg chg="del mod">
          <ac:chgData name="Alessandro Puglisi" userId="858cc4a1209dfa0b" providerId="LiveId" clId="{F6E32471-381F-4562-B88D-616B1E1C420B}" dt="2023-06-05T00:07:34.246" v="4441"/>
          <ac:spMkLst>
            <pc:docMk/>
            <pc:sldMk cId="3058932600" sldId="265"/>
            <ac:spMk id="3" creationId="{EC716B71-EAD3-9B92-E139-709DDDD8A1C4}"/>
          </ac:spMkLst>
        </pc:spChg>
        <pc:spChg chg="add mod">
          <ac:chgData name="Alessandro Puglisi" userId="858cc4a1209dfa0b" providerId="LiveId" clId="{F6E32471-381F-4562-B88D-616B1E1C420B}" dt="2023-06-07T20:34:30.298" v="6184" actId="255"/>
          <ac:spMkLst>
            <pc:docMk/>
            <pc:sldMk cId="3058932600" sldId="265"/>
            <ac:spMk id="5" creationId="{91DA1E1A-6D03-F912-B285-928016502E28}"/>
          </ac:spMkLst>
        </pc:spChg>
        <pc:spChg chg="add mod">
          <ac:chgData name="Alessandro Puglisi" userId="858cc4a1209dfa0b" providerId="LiveId" clId="{F6E32471-381F-4562-B88D-616B1E1C420B}" dt="2023-06-05T00:32:30.815" v="4912" actId="20577"/>
          <ac:spMkLst>
            <pc:docMk/>
            <pc:sldMk cId="3058932600" sldId="265"/>
            <ac:spMk id="7" creationId="{C1ACD4FD-AFDE-C710-CC84-303FA0B4F255}"/>
          </ac:spMkLst>
        </pc:spChg>
        <pc:picChg chg="add mod">
          <ac:chgData name="Alessandro Puglisi" userId="858cc4a1209dfa0b" providerId="LiveId" clId="{F6E32471-381F-4562-B88D-616B1E1C420B}" dt="2023-06-05T00:09:17.085" v="4451" actId="1076"/>
          <ac:picMkLst>
            <pc:docMk/>
            <pc:sldMk cId="3058932600" sldId="265"/>
            <ac:picMk id="4" creationId="{81700FC1-ED85-7B73-1DD4-4A32F0C6C033}"/>
          </ac:picMkLst>
        </pc:picChg>
        <pc:picChg chg="add mod">
          <ac:chgData name="Alessandro Puglisi" userId="858cc4a1209dfa0b" providerId="LiveId" clId="{F6E32471-381F-4562-B88D-616B1E1C420B}" dt="2023-06-05T00:14:47.545" v="4707" actId="1076"/>
          <ac:picMkLst>
            <pc:docMk/>
            <pc:sldMk cId="3058932600" sldId="265"/>
            <ac:picMk id="6" creationId="{5E5C403B-7895-8548-2A67-77F51443109B}"/>
          </ac:picMkLst>
        </pc:picChg>
      </pc:sldChg>
      <pc:sldChg chg="addSp delSp modSp new mod">
        <pc:chgData name="Alessandro Puglisi" userId="858cc4a1209dfa0b" providerId="LiveId" clId="{F6E32471-381F-4562-B88D-616B1E1C420B}" dt="2023-06-05T01:11:54.939" v="6146" actId="207"/>
        <pc:sldMkLst>
          <pc:docMk/>
          <pc:sldMk cId="1352997059" sldId="266"/>
        </pc:sldMkLst>
        <pc:spChg chg="del">
          <ac:chgData name="Alessandro Puglisi" userId="858cc4a1209dfa0b" providerId="LiveId" clId="{F6E32471-381F-4562-B88D-616B1E1C420B}" dt="2023-06-05T00:23:31.447" v="4781" actId="478"/>
          <ac:spMkLst>
            <pc:docMk/>
            <pc:sldMk cId="1352997059" sldId="266"/>
            <ac:spMk id="2" creationId="{21DBC0E8-9800-B785-E596-C98CB28D68DF}"/>
          </ac:spMkLst>
        </pc:spChg>
        <pc:spChg chg="del mod">
          <ac:chgData name="Alessandro Puglisi" userId="858cc4a1209dfa0b" providerId="LiveId" clId="{F6E32471-381F-4562-B88D-616B1E1C420B}" dt="2023-06-05T00:23:43.620" v="4783" actId="931"/>
          <ac:spMkLst>
            <pc:docMk/>
            <pc:sldMk cId="1352997059" sldId="266"/>
            <ac:spMk id="3" creationId="{DDC2FC88-C4E1-2022-AE40-4DEFE434D38C}"/>
          </ac:spMkLst>
        </pc:spChg>
        <pc:spChg chg="add mod">
          <ac:chgData name="Alessandro Puglisi" userId="858cc4a1209dfa0b" providerId="LiveId" clId="{F6E32471-381F-4562-B88D-616B1E1C420B}" dt="2023-06-05T01:11:34.816" v="6143" actId="207"/>
          <ac:spMkLst>
            <pc:docMk/>
            <pc:sldMk cId="1352997059" sldId="266"/>
            <ac:spMk id="14" creationId="{F2F813FA-5E9C-F000-F5FD-634162A0698B}"/>
          </ac:spMkLst>
        </pc:spChg>
        <pc:spChg chg="add mod">
          <ac:chgData name="Alessandro Puglisi" userId="858cc4a1209dfa0b" providerId="LiveId" clId="{F6E32471-381F-4562-B88D-616B1E1C420B}" dt="2023-06-05T01:11:54.939" v="6146" actId="207"/>
          <ac:spMkLst>
            <pc:docMk/>
            <pc:sldMk cId="1352997059" sldId="266"/>
            <ac:spMk id="15" creationId="{E755896F-1F45-B764-0FC4-79CBE473436C}"/>
          </ac:spMkLst>
        </pc:spChg>
        <pc:spChg chg="add mod">
          <ac:chgData name="Alessandro Puglisi" userId="858cc4a1209dfa0b" providerId="LiveId" clId="{F6E32471-381F-4562-B88D-616B1E1C420B}" dt="2023-06-05T01:10:53.144" v="6138" actId="207"/>
          <ac:spMkLst>
            <pc:docMk/>
            <pc:sldMk cId="1352997059" sldId="266"/>
            <ac:spMk id="16" creationId="{22E3101E-927E-EE05-9CBF-568FEB2C1670}"/>
          </ac:spMkLst>
        </pc:spChg>
        <pc:picChg chg="add mod">
          <ac:chgData name="Alessandro Puglisi" userId="858cc4a1209dfa0b" providerId="LiveId" clId="{F6E32471-381F-4562-B88D-616B1E1C420B}" dt="2023-06-05T00:23:50.877" v="4787" actId="1076"/>
          <ac:picMkLst>
            <pc:docMk/>
            <pc:sldMk cId="1352997059" sldId="266"/>
            <ac:picMk id="5" creationId="{7E821950-E9BE-AA0D-B259-9305087A3304}"/>
          </ac:picMkLst>
        </pc:picChg>
        <pc:picChg chg="add mod">
          <ac:chgData name="Alessandro Puglisi" userId="858cc4a1209dfa0b" providerId="LiveId" clId="{F6E32471-381F-4562-B88D-616B1E1C420B}" dt="2023-06-05T00:29:11.810" v="4843" actId="1076"/>
          <ac:picMkLst>
            <pc:docMk/>
            <pc:sldMk cId="1352997059" sldId="266"/>
            <ac:picMk id="7" creationId="{F602E677-F13D-13FC-D842-6B99FF04FE4D}"/>
          </ac:picMkLst>
        </pc:picChg>
        <pc:picChg chg="add mod">
          <ac:chgData name="Alessandro Puglisi" userId="858cc4a1209dfa0b" providerId="LiveId" clId="{F6E32471-381F-4562-B88D-616B1E1C420B}" dt="2023-06-05T01:08:36.021" v="6032" actId="1076"/>
          <ac:picMkLst>
            <pc:docMk/>
            <pc:sldMk cId="1352997059" sldId="266"/>
            <ac:picMk id="9" creationId="{781194D4-056A-FED7-3682-FDEE2DB452A1}"/>
          </ac:picMkLst>
        </pc:picChg>
        <pc:picChg chg="add del mod">
          <ac:chgData name="Alessandro Puglisi" userId="858cc4a1209dfa0b" providerId="LiveId" clId="{F6E32471-381F-4562-B88D-616B1E1C420B}" dt="2023-06-05T00:27:21.418" v="4809" actId="478"/>
          <ac:picMkLst>
            <pc:docMk/>
            <pc:sldMk cId="1352997059" sldId="266"/>
            <ac:picMk id="11" creationId="{2C0EE106-9876-63FF-6F5B-A21C4FBD68B8}"/>
          </ac:picMkLst>
        </pc:picChg>
        <pc:picChg chg="add mod">
          <ac:chgData name="Alessandro Puglisi" userId="858cc4a1209dfa0b" providerId="LiveId" clId="{F6E32471-381F-4562-B88D-616B1E1C420B}" dt="2023-06-05T01:08:33.401" v="6031" actId="1076"/>
          <ac:picMkLst>
            <pc:docMk/>
            <pc:sldMk cId="1352997059" sldId="266"/>
            <ac:picMk id="13" creationId="{7D0F7DDF-6777-7A39-FCA0-E47E21DC0449}"/>
          </ac:picMkLst>
        </pc:picChg>
      </pc:sldChg>
      <pc:sldChg chg="addSp modSp new mod">
        <pc:chgData name="Alessandro Puglisi" userId="858cc4a1209dfa0b" providerId="LiveId" clId="{F6E32471-381F-4562-B88D-616B1E1C420B}" dt="2023-06-05T01:14:49.729" v="6160" actId="790"/>
        <pc:sldMkLst>
          <pc:docMk/>
          <pc:sldMk cId="1257816287" sldId="267"/>
        </pc:sldMkLst>
        <pc:spChg chg="mod">
          <ac:chgData name="Alessandro Puglisi" userId="858cc4a1209dfa0b" providerId="LiveId" clId="{F6E32471-381F-4562-B88D-616B1E1C420B}" dt="2023-06-05T00:34:40.804" v="4936" actId="1076"/>
          <ac:spMkLst>
            <pc:docMk/>
            <pc:sldMk cId="1257816287" sldId="267"/>
            <ac:spMk id="2" creationId="{E387E658-972C-3878-9152-963908EC7CC3}"/>
          </ac:spMkLst>
        </pc:spChg>
        <pc:spChg chg="mod">
          <ac:chgData name="Alessandro Puglisi" userId="858cc4a1209dfa0b" providerId="LiveId" clId="{F6E32471-381F-4562-B88D-616B1E1C420B}" dt="2023-06-05T00:35:48.402" v="4987"/>
          <ac:spMkLst>
            <pc:docMk/>
            <pc:sldMk cId="1257816287" sldId="267"/>
            <ac:spMk id="3" creationId="{A1EEC79E-E0DC-2E46-2E81-06D13FB33FAF}"/>
          </ac:spMkLst>
        </pc:spChg>
        <pc:spChg chg="add mod">
          <ac:chgData name="Alessandro Puglisi" userId="858cc4a1209dfa0b" providerId="LiveId" clId="{F6E32471-381F-4562-B88D-616B1E1C420B}" dt="2023-06-05T00:38:25.966" v="5033" actId="1076"/>
          <ac:spMkLst>
            <pc:docMk/>
            <pc:sldMk cId="1257816287" sldId="267"/>
            <ac:spMk id="7" creationId="{281893B7-1984-E4EA-415A-9B694CBFC17D}"/>
          </ac:spMkLst>
        </pc:spChg>
        <pc:spChg chg="add mod">
          <ac:chgData name="Alessandro Puglisi" userId="858cc4a1209dfa0b" providerId="LiveId" clId="{F6E32471-381F-4562-B88D-616B1E1C420B}" dt="2023-06-05T01:14:49.729" v="6160" actId="790"/>
          <ac:spMkLst>
            <pc:docMk/>
            <pc:sldMk cId="1257816287" sldId="267"/>
            <ac:spMk id="8" creationId="{3D24D967-5C46-8F2F-730A-BD516FF8B7FD}"/>
          </ac:spMkLst>
        </pc:spChg>
        <pc:graphicFrameChg chg="add mod modGraphic">
          <ac:chgData name="Alessandro Puglisi" userId="858cc4a1209dfa0b" providerId="LiveId" clId="{F6E32471-381F-4562-B88D-616B1E1C420B}" dt="2023-06-05T00:36:40.548" v="5021" actId="20577"/>
          <ac:graphicFrameMkLst>
            <pc:docMk/>
            <pc:sldMk cId="1257816287" sldId="267"/>
            <ac:graphicFrameMk id="4" creationId="{CFFA83B1-99E3-84AA-2020-8C1250959217}"/>
          </ac:graphicFrameMkLst>
        </pc:graphicFrameChg>
        <pc:picChg chg="add mod">
          <ac:chgData name="Alessandro Puglisi" userId="858cc4a1209dfa0b" providerId="LiveId" clId="{F6E32471-381F-4562-B88D-616B1E1C420B}" dt="2023-06-05T00:37:48.121" v="5027" actId="1076"/>
          <ac:picMkLst>
            <pc:docMk/>
            <pc:sldMk cId="1257816287" sldId="267"/>
            <ac:picMk id="6" creationId="{47679D9C-D43B-A52B-0333-FBF605CF75BD}"/>
          </ac:picMkLst>
        </pc:picChg>
      </pc:sldChg>
      <pc:sldChg chg="addSp delSp modSp new mod">
        <pc:chgData name="Alessandro Puglisi" userId="858cc4a1209dfa0b" providerId="LiveId" clId="{F6E32471-381F-4562-B88D-616B1E1C420B}" dt="2023-06-05T00:48:03.988" v="5434" actId="20577"/>
        <pc:sldMkLst>
          <pc:docMk/>
          <pc:sldMk cId="2715337326" sldId="268"/>
        </pc:sldMkLst>
        <pc:spChg chg="del">
          <ac:chgData name="Alessandro Puglisi" userId="858cc4a1209dfa0b" providerId="LiveId" clId="{F6E32471-381F-4562-B88D-616B1E1C420B}" dt="2023-06-05T00:39:09.326" v="5035" actId="478"/>
          <ac:spMkLst>
            <pc:docMk/>
            <pc:sldMk cId="2715337326" sldId="268"/>
            <ac:spMk id="2" creationId="{C6836F62-9951-7102-D998-9637651ED3B1}"/>
          </ac:spMkLst>
        </pc:spChg>
        <pc:spChg chg="mod">
          <ac:chgData name="Alessandro Puglisi" userId="858cc4a1209dfa0b" providerId="LiveId" clId="{F6E32471-381F-4562-B88D-616B1E1C420B}" dt="2023-06-05T00:48:03.988" v="5434" actId="20577"/>
          <ac:spMkLst>
            <pc:docMk/>
            <pc:sldMk cId="2715337326" sldId="268"/>
            <ac:spMk id="3" creationId="{1B56452F-5D3C-7097-5D28-32F585727EAE}"/>
          </ac:spMkLst>
        </pc:spChg>
        <pc:picChg chg="add mod">
          <ac:chgData name="Alessandro Puglisi" userId="858cc4a1209dfa0b" providerId="LiveId" clId="{F6E32471-381F-4562-B88D-616B1E1C420B}" dt="2023-06-05T00:47:46.229" v="5413" actId="1076"/>
          <ac:picMkLst>
            <pc:docMk/>
            <pc:sldMk cId="2715337326" sldId="268"/>
            <ac:picMk id="5" creationId="{9453D4C5-4736-D4FF-9621-A7DEA5506FF3}"/>
          </ac:picMkLst>
        </pc:picChg>
      </pc:sldChg>
      <pc:sldChg chg="addSp delSp modSp new mod">
        <pc:chgData name="Alessandro Puglisi" userId="858cc4a1209dfa0b" providerId="LiveId" clId="{F6E32471-381F-4562-B88D-616B1E1C420B}" dt="2023-06-05T01:01:24.461" v="5964" actId="1076"/>
        <pc:sldMkLst>
          <pc:docMk/>
          <pc:sldMk cId="1634671848" sldId="269"/>
        </pc:sldMkLst>
        <pc:spChg chg="del">
          <ac:chgData name="Alessandro Puglisi" userId="858cc4a1209dfa0b" providerId="LiveId" clId="{F6E32471-381F-4562-B88D-616B1E1C420B}" dt="2023-06-05T00:48:49.007" v="5436" actId="478"/>
          <ac:spMkLst>
            <pc:docMk/>
            <pc:sldMk cId="1634671848" sldId="269"/>
            <ac:spMk id="2" creationId="{753FA7EA-E94A-B158-E9AC-A0537D11B50A}"/>
          </ac:spMkLst>
        </pc:spChg>
        <pc:spChg chg="del mod">
          <ac:chgData name="Alessandro Puglisi" userId="858cc4a1209dfa0b" providerId="LiveId" clId="{F6E32471-381F-4562-B88D-616B1E1C420B}" dt="2023-06-05T00:49:01.476" v="5438" actId="22"/>
          <ac:spMkLst>
            <pc:docMk/>
            <pc:sldMk cId="1634671848" sldId="269"/>
            <ac:spMk id="3" creationId="{1A938BA0-0D2D-40BD-9888-22CD46611F04}"/>
          </ac:spMkLst>
        </pc:spChg>
        <pc:spChg chg="add del mod">
          <ac:chgData name="Alessandro Puglisi" userId="858cc4a1209dfa0b" providerId="LiveId" clId="{F6E32471-381F-4562-B88D-616B1E1C420B}" dt="2023-06-05T00:49:26.714" v="5442" actId="3680"/>
          <ac:spMkLst>
            <pc:docMk/>
            <pc:sldMk cId="1634671848" sldId="269"/>
            <ac:spMk id="7" creationId="{D12D8BC1-79D4-2FCD-8CAD-3C07057159EA}"/>
          </ac:spMkLst>
        </pc:spChg>
        <pc:spChg chg="add del mod">
          <ac:chgData name="Alessandro Puglisi" userId="858cc4a1209dfa0b" providerId="LiveId" clId="{F6E32471-381F-4562-B88D-616B1E1C420B}" dt="2023-06-05T00:50:33.372" v="5450"/>
          <ac:spMkLst>
            <pc:docMk/>
            <pc:sldMk cId="1634671848" sldId="269"/>
            <ac:spMk id="11" creationId="{B05EF5BC-171A-74CB-7430-08D49F7D9C88}"/>
          </ac:spMkLst>
        </pc:spChg>
        <pc:spChg chg="add del mod">
          <ac:chgData name="Alessandro Puglisi" userId="858cc4a1209dfa0b" providerId="LiveId" clId="{F6E32471-381F-4562-B88D-616B1E1C420B}" dt="2023-06-05T00:51:35.714" v="5453" actId="3680"/>
          <ac:spMkLst>
            <pc:docMk/>
            <pc:sldMk cId="1634671848" sldId="269"/>
            <ac:spMk id="14" creationId="{6A9DC348-C85B-3174-71E6-8AFC48575C83}"/>
          </ac:spMkLst>
        </pc:spChg>
        <pc:spChg chg="add mod">
          <ac:chgData name="Alessandro Puglisi" userId="858cc4a1209dfa0b" providerId="LiveId" clId="{F6E32471-381F-4562-B88D-616B1E1C420B}" dt="2023-06-05T00:58:00.262" v="5761" actId="255"/>
          <ac:spMkLst>
            <pc:docMk/>
            <pc:sldMk cId="1634671848" sldId="269"/>
            <ac:spMk id="16" creationId="{BD8E841F-96F7-F3C2-0175-67947E2DB758}"/>
          </ac:spMkLst>
        </pc:spChg>
        <pc:spChg chg="add mod">
          <ac:chgData name="Alessandro Puglisi" userId="858cc4a1209dfa0b" providerId="LiveId" clId="{F6E32471-381F-4562-B88D-616B1E1C420B}" dt="2023-06-05T01:01:24.461" v="5964" actId="1076"/>
          <ac:spMkLst>
            <pc:docMk/>
            <pc:sldMk cId="1634671848" sldId="269"/>
            <ac:spMk id="19" creationId="{9D7642D3-8D27-1DD1-9F25-89E54FE9C69B}"/>
          </ac:spMkLst>
        </pc:spChg>
        <pc:graphicFrameChg chg="add del mod">
          <ac:chgData name="Alessandro Puglisi" userId="858cc4a1209dfa0b" providerId="LiveId" clId="{F6E32471-381F-4562-B88D-616B1E1C420B}" dt="2023-06-05T00:51:01.133" v="5452" actId="478"/>
          <ac:graphicFrameMkLst>
            <pc:docMk/>
            <pc:sldMk cId="1634671848" sldId="269"/>
            <ac:graphicFrameMk id="8" creationId="{56CAD4E7-2372-A3F9-9C3F-F1335B56ECB0}"/>
          </ac:graphicFrameMkLst>
        </pc:graphicFrameChg>
        <pc:graphicFrameChg chg="add del mod ord modGraphic">
          <ac:chgData name="Alessandro Puglisi" userId="858cc4a1209dfa0b" providerId="LiveId" clId="{F6E32471-381F-4562-B88D-616B1E1C420B}" dt="2023-06-05T00:49:28.208" v="5443" actId="478"/>
          <ac:graphicFrameMkLst>
            <pc:docMk/>
            <pc:sldMk cId="1634671848" sldId="269"/>
            <ac:graphicFrameMk id="9" creationId="{EEAF4E46-C772-3E9C-1982-D1BB19D0193B}"/>
          </ac:graphicFrameMkLst>
        </pc:graphicFrameChg>
        <pc:graphicFrameChg chg="add del mod">
          <ac:chgData name="Alessandro Puglisi" userId="858cc4a1209dfa0b" providerId="LiveId" clId="{F6E32471-381F-4562-B88D-616B1E1C420B}" dt="2023-06-05T00:50:38.101" v="5451" actId="478"/>
          <ac:graphicFrameMkLst>
            <pc:docMk/>
            <pc:sldMk cId="1634671848" sldId="269"/>
            <ac:graphicFrameMk id="12" creationId="{DE41FC26-A486-2D63-5B46-E6173A14BF8C}"/>
          </ac:graphicFrameMkLst>
        </pc:graphicFrameChg>
        <pc:graphicFrameChg chg="add mod ord modGraphic">
          <ac:chgData name="Alessandro Puglisi" userId="858cc4a1209dfa0b" providerId="LiveId" clId="{F6E32471-381F-4562-B88D-616B1E1C420B}" dt="2023-06-05T00:57:29.512" v="5716" actId="1076"/>
          <ac:graphicFrameMkLst>
            <pc:docMk/>
            <pc:sldMk cId="1634671848" sldId="269"/>
            <ac:graphicFrameMk id="15" creationId="{4821E93C-6DD7-FB28-C4E4-3522068880E1}"/>
          </ac:graphicFrameMkLst>
        </pc:graphicFrameChg>
        <pc:picChg chg="add del mod ord">
          <ac:chgData name="Alessandro Puglisi" userId="858cc4a1209dfa0b" providerId="LiveId" clId="{F6E32471-381F-4562-B88D-616B1E1C420B}" dt="2023-06-05T00:49:11.246" v="5440" actId="478"/>
          <ac:picMkLst>
            <pc:docMk/>
            <pc:sldMk cId="1634671848" sldId="269"/>
            <ac:picMk id="5" creationId="{43FC695C-9EB4-45FD-8EDF-9CC047E58D2A}"/>
          </ac:picMkLst>
        </pc:picChg>
        <pc:picChg chg="add mod">
          <ac:chgData name="Alessandro Puglisi" userId="858cc4a1209dfa0b" providerId="LiveId" clId="{F6E32471-381F-4562-B88D-616B1E1C420B}" dt="2023-06-05T00:59:30.093" v="5765" actId="1076"/>
          <ac:picMkLst>
            <pc:docMk/>
            <pc:sldMk cId="1634671848" sldId="269"/>
            <ac:picMk id="18" creationId="{B8840514-949D-7CDF-43D9-50062BD926CC}"/>
          </ac:picMkLst>
        </pc:picChg>
      </pc:sldChg>
      <pc:sldChg chg="addSp delSp modSp new mod">
        <pc:chgData name="Alessandro Puglisi" userId="858cc4a1209dfa0b" providerId="LiveId" clId="{F6E32471-381F-4562-B88D-616B1E1C420B}" dt="2023-06-05T01:13:10.678" v="6155" actId="1076"/>
        <pc:sldMkLst>
          <pc:docMk/>
          <pc:sldMk cId="2604144910" sldId="270"/>
        </pc:sldMkLst>
        <pc:spChg chg="del">
          <ac:chgData name="Alessandro Puglisi" userId="858cc4a1209dfa0b" providerId="LiveId" clId="{F6E32471-381F-4562-B88D-616B1E1C420B}" dt="2023-06-05T01:04:13.632" v="5966" actId="478"/>
          <ac:spMkLst>
            <pc:docMk/>
            <pc:sldMk cId="2604144910" sldId="270"/>
            <ac:spMk id="2" creationId="{7610E978-AB90-E204-32F5-A15938AEA46E}"/>
          </ac:spMkLst>
        </pc:spChg>
        <pc:spChg chg="del">
          <ac:chgData name="Alessandro Puglisi" userId="858cc4a1209dfa0b" providerId="LiveId" clId="{F6E32471-381F-4562-B88D-616B1E1C420B}" dt="2023-06-05T01:04:15.290" v="5967" actId="478"/>
          <ac:spMkLst>
            <pc:docMk/>
            <pc:sldMk cId="2604144910" sldId="270"/>
            <ac:spMk id="3" creationId="{1186D4B6-65B0-0446-2B13-8AFBE04FB9F7}"/>
          </ac:spMkLst>
        </pc:spChg>
        <pc:spChg chg="add mod">
          <ac:chgData name="Alessandro Puglisi" userId="858cc4a1209dfa0b" providerId="LiveId" clId="{F6E32471-381F-4562-B88D-616B1E1C420B}" dt="2023-06-05T01:11:19.297" v="6141" actId="207"/>
          <ac:spMkLst>
            <pc:docMk/>
            <pc:sldMk cId="2604144910" sldId="270"/>
            <ac:spMk id="10" creationId="{37CE1E20-C157-D4BA-6E1E-E295F795B68F}"/>
          </ac:spMkLst>
        </pc:spChg>
        <pc:spChg chg="add mod">
          <ac:chgData name="Alessandro Puglisi" userId="858cc4a1209dfa0b" providerId="LiveId" clId="{F6E32471-381F-4562-B88D-616B1E1C420B}" dt="2023-06-05T01:12:25.261" v="6148" actId="1076"/>
          <ac:spMkLst>
            <pc:docMk/>
            <pc:sldMk cId="2604144910" sldId="270"/>
            <ac:spMk id="11" creationId="{31E4583A-A0C7-21A2-F79C-1F982D65FEBE}"/>
          </ac:spMkLst>
        </pc:spChg>
        <pc:spChg chg="add mod">
          <ac:chgData name="Alessandro Puglisi" userId="858cc4a1209dfa0b" providerId="LiveId" clId="{F6E32471-381F-4562-B88D-616B1E1C420B}" dt="2023-06-05T01:12:40.175" v="6150" actId="1076"/>
          <ac:spMkLst>
            <pc:docMk/>
            <pc:sldMk cId="2604144910" sldId="270"/>
            <ac:spMk id="12" creationId="{11319F88-E45A-6F4D-1554-7F9CC8D3144E}"/>
          </ac:spMkLst>
        </pc:spChg>
        <pc:picChg chg="add mod">
          <ac:chgData name="Alessandro Puglisi" userId="858cc4a1209dfa0b" providerId="LiveId" clId="{F6E32471-381F-4562-B88D-616B1E1C420B}" dt="2023-06-05T01:08:11.406" v="6030" actId="1076"/>
          <ac:picMkLst>
            <pc:docMk/>
            <pc:sldMk cId="2604144910" sldId="270"/>
            <ac:picMk id="5" creationId="{A401EAB7-42C8-6AA1-9890-B93F368FCDA9}"/>
          </ac:picMkLst>
        </pc:picChg>
        <pc:picChg chg="add del mod modCrop">
          <ac:chgData name="Alessandro Puglisi" userId="858cc4a1209dfa0b" providerId="LiveId" clId="{F6E32471-381F-4562-B88D-616B1E1C420B}" dt="2023-06-05T01:13:10.678" v="6155" actId="1076"/>
          <ac:picMkLst>
            <pc:docMk/>
            <pc:sldMk cId="2604144910" sldId="270"/>
            <ac:picMk id="7" creationId="{5132E44C-80D1-7C3B-B922-381778C16DCF}"/>
          </ac:picMkLst>
        </pc:picChg>
        <pc:picChg chg="add mod">
          <ac:chgData name="Alessandro Puglisi" userId="858cc4a1209dfa0b" providerId="LiveId" clId="{F6E32471-381F-4562-B88D-616B1E1C420B}" dt="2023-06-05T01:08:09.313" v="6029" actId="1076"/>
          <ac:picMkLst>
            <pc:docMk/>
            <pc:sldMk cId="2604144910" sldId="270"/>
            <ac:picMk id="9" creationId="{20DB1331-BBC3-7DE7-8905-F4B40B37901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84A324-96BC-D0C1-6CE4-0E4952BCF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61B12DC-8DEF-3708-F510-95D06226A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459426-25E1-3ABA-9FCB-F3B109F9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4453A6-FF1A-4908-A53C-D0943C8D5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C764B8-407C-75EA-D9DF-46BDFD256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3286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FC251B-0FFF-9D80-CF09-91CD6E23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804BE3-6BC1-C29E-6351-66914F547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D5B9D6-4F3C-7796-5622-1C4C83F4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466208-66C8-1353-9C0A-37FF4F44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89DD13-5FC3-DB51-7DC9-A67057F7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4150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3FE751-39E7-DFBA-A1B8-6E24B2E06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C3199D-3EE9-DE32-BA2A-6BA45B52F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59D0AB-288F-E079-9F2A-24EF521E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7F75BE-E3E4-59F7-3595-72BAD26B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1AA3EA-5A80-28B3-807B-D45C1FA7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136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D2098F-B43A-F755-2354-2989568F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C6AA56-2325-242A-1BA8-42343CC62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0DB53AC-ABA8-8B21-3D8F-54DC5EEC7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19B6C6-FA1A-EB13-5762-ADA5189B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46A8D2-4861-3630-EDF3-F8AE9C44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3B035E-2C95-A647-6318-78FC3F99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390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F0D76-1B36-01C6-1873-0E35C35C2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289F46-BABC-C7C6-A401-386A39816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B269F6B-1BD7-6E74-C994-030A817FE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105788-0D2B-17C1-74D9-DA49F7026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3CF001A-0C3F-1680-6D99-932B614E9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856026-13C3-435C-4070-D6082EDF2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C45BA31-5519-6BDE-2FCE-77B113E6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21BBED5-0F31-4F6C-3209-1265F8E5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906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DACE40-213B-0C9A-B123-3C889FC55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AA46877-9E88-BAF2-F707-8FF693B0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25BE9B-69D6-B8A9-5225-2DC3E4DA7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D4C8A9B-96E4-C86C-4359-24E14A14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0630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8B23560-058A-10DD-FE3E-F3C66124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355D5B7-0121-F594-0524-16F2C9E8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0339832-C783-B8AB-A1D6-1C9383AB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2681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69CFD5-9F58-D251-A261-F4EC37703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EEA3C5-EA16-31D8-DE56-CBBF5B593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E3A1181-11D1-40D2-C3A4-1819C9D1D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D11F6F4-3B60-0BBA-F0D9-6E5970BC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5FD8793-93C6-8230-1158-4194BD3A8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700FEA0-D9E5-9CE4-90E6-17A27254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7418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CA43CA-A1FE-3318-E410-15DC35CC4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5959D52-F69E-CEF9-0508-322273C94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A8FD4B-CD37-033C-1261-BAA9ABE41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A63FCA3-A6D3-B7E8-807F-8891C257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7AC91B8-BC8C-0F1B-9FB9-BD770CB42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D2D859-715B-2F3E-0D56-9D4B980F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525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A607-C216-3218-F309-2F1D07CC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65FDC5B-DB29-7CCC-AF1D-C6364F4D0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DD1D84-32BF-5B7A-2BFA-730EC793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FE94E5-0D9B-DF34-9497-ABB35B622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6CE191-2CBD-CCB8-D601-B646C662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0033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497360A-729D-EEBC-D460-24EF3A255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C5981CB-1B25-B49D-D1B8-881F4776B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272220-C213-C99B-AE79-6030D8BF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48512E8-4EE2-EC49-0487-202038C6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F56D8B-98AF-F729-D7DF-47C2EDAB2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620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DCB8ABE-A0A9-1C73-18C9-5B8D06FA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0CC9E2-FA03-0FD2-5CCA-7521B986A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3511BE-9E6A-562F-3154-E343C6C40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C2EDE-7D11-4EE7-B3CC-A9796C693F35}" type="datetimeFigureOut">
              <a:rPr lang="it-IT" smtClean="0"/>
              <a:t>14/06/2023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C8C02C-242E-ECB2-440A-149DB3A6D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129C3D6-7F62-D448-22CA-958B4B15D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637A3-A47D-4082-ACC9-B85711DB0CD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398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607307-D358-D6DF-14BE-C755C2892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500"/>
            <a:ext cx="9144000" cy="1910204"/>
          </a:xfrm>
        </p:spPr>
        <p:txBody>
          <a:bodyPr>
            <a:normAutofit/>
          </a:bodyPr>
          <a:lstStyle/>
          <a:p>
            <a:br>
              <a:rPr lang="en-US" sz="3200" kern="1400" spc="-5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kern="1400" spc="-5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Automation of Energy Systems</a:t>
            </a:r>
            <a:br>
              <a:rPr lang="it-IT" sz="32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kern="0" dirty="0">
                <a:solidFill>
                  <a:srgbClr val="C00000"/>
                </a:solidFill>
                <a:effectLst/>
                <a:latin typeface="LiberationSans"/>
                <a:ea typeface="Calibri" panose="020F0502020204030204" pitchFamily="34" charset="0"/>
                <a:cs typeface="LiberationSans"/>
              </a:rPr>
              <a:t>Project for the academic year 2022/2023 </a:t>
            </a:r>
            <a:br>
              <a:rPr lang="en-US" sz="3200" kern="0" dirty="0">
                <a:solidFill>
                  <a:srgbClr val="C00000"/>
                </a:solidFill>
                <a:effectLst/>
                <a:latin typeface="LiberationSans"/>
                <a:ea typeface="Calibri" panose="020F0502020204030204" pitchFamily="34" charset="0"/>
                <a:cs typeface="LiberationSans"/>
              </a:rPr>
            </a:br>
            <a:b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Alessandro Puglisi, Nicolò Spinelli, Riccardo Mondin, Davide Pizzocheri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E034F32A-3152-5603-3AD2-9EE5BA069D1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13771" y="2449974"/>
                <a:ext cx="10691149" cy="3831219"/>
              </a:xfrm>
            </p:spPr>
            <p:txBody>
              <a:bodyPr>
                <a:normAutofit lnSpcReduction="10000"/>
              </a:bodyPr>
              <a:lstStyle/>
              <a:p>
                <a:pPr algn="l"/>
                <a:r>
                  <a:rPr lang="it-IT" sz="1800" b="1" dirty="0">
                    <a:solidFill>
                      <a:srgbClr val="C00000"/>
                    </a:solidFill>
                    <a:latin typeface="+mj-lt"/>
                  </a:rPr>
                  <a:t>PROBLEM STATEMENT:</a:t>
                </a:r>
              </a:p>
              <a:p>
                <a:pPr algn="l"/>
                <a:r>
                  <a:rPr lang="it-IT" sz="1800" dirty="0"/>
                  <a:t>AC system,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=50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𝐻𝑧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800" b="0" dirty="0"/>
                  <a:t> , </a:t>
                </a:r>
                <a:r>
                  <a:rPr lang="it-IT" sz="1800" dirty="0"/>
                  <a:t>Three generators: </a:t>
                </a:r>
                <a:endParaRPr lang="it-IT" sz="1800" b="0" dirty="0"/>
              </a:p>
              <a:p>
                <a:pPr algn="l"/>
                <a:r>
                  <a:rPr lang="it-IT" sz="1800" b="1" dirty="0"/>
                  <a:t>G1</a:t>
                </a:r>
                <a:r>
                  <a:rPr lang="it-IT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𝑀𝑊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/>
                          <m:t>τ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=20</m:t>
                    </m:r>
                    <m:f>
                      <m:f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𝐾𝐽</m:t>
                        </m:r>
                      </m:num>
                      <m:den>
                        <m:sSup>
                          <m:sSupPr>
                            <m:ctrlP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=0.5+1.5∗</m:t>
                    </m:r>
                    <m:sSup>
                      <m:s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it-IT" sz="1800" dirty="0"/>
                          <m:t>−95)</m:t>
                        </m:r>
                      </m:e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1800" b="0" dirty="0"/>
              </a:p>
              <a:p>
                <a:pPr algn="l"/>
                <a:r>
                  <a:rPr lang="it-IT" sz="1800" b="1" dirty="0"/>
                  <a:t>G2</a:t>
                </a:r>
                <a:r>
                  <a:rPr lang="it-IT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=50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𝑀𝑊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/>
                          <m:t>τ</m:t>
                        </m:r>
                      </m:e>
                      <m:sub>
                        <m:r>
                          <a:rPr lang="it-IT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=5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</m:t>
                    </m:r>
                    <m:f>
                      <m:f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𝐾𝐽</m:t>
                        </m:r>
                      </m:num>
                      <m:den>
                        <m:sSup>
                          <m:sSupPr>
                            <m:ctrlP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=1+3∗</m:t>
                    </m:r>
                    <m:sSup>
                      <m:s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it-IT" sz="1800" dirty="0"/>
                          <m:t>−</m:t>
                        </m:r>
                        <m:r>
                          <m:rPr>
                            <m:nor/>
                          </m:rPr>
                          <a:rPr lang="it-IT" sz="1800" b="0" i="0" dirty="0" smtClean="0"/>
                          <m:t>48</m:t>
                        </m:r>
                        <m:r>
                          <m:rPr>
                            <m:nor/>
                          </m:rPr>
                          <a:rPr lang="it-IT" sz="1800" dirty="0"/>
                          <m:t>)</m:t>
                        </m:r>
                      </m:e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1800" dirty="0"/>
              </a:p>
              <a:p>
                <a:pPr algn="l"/>
                <a:r>
                  <a:rPr lang="it-IT" sz="1800" b="1" dirty="0"/>
                  <a:t>G3</a:t>
                </a:r>
                <a:r>
                  <a:rPr lang="it-IT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=150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𝑀𝑊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1800" dirty="0"/>
                          <m:t>τ</m:t>
                        </m:r>
                      </m:e>
                      <m:sub>
                        <m:r>
                          <a:rPr lang="it-IT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𝑠𝑒𝑐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=10</m:t>
                    </m:r>
                    <m:f>
                      <m:f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𝐾𝐽</m:t>
                        </m:r>
                      </m:num>
                      <m:den>
                        <m:sSup>
                          <m:sSupPr>
                            <m:ctrlP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=1.5+4∗</m:t>
                    </m:r>
                    <m:sSup>
                      <m:sSupPr>
                        <m:ctrlPr>
                          <a:rPr lang="it-IT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it-IT" sz="1800" dirty="0"/>
                          <m:t>−</m:t>
                        </m:r>
                        <m:r>
                          <m:rPr>
                            <m:nor/>
                          </m:rPr>
                          <a:rPr lang="it-IT" sz="1800" b="0" i="0" dirty="0" smtClean="0"/>
                          <m:t>140</m:t>
                        </m:r>
                        <m:r>
                          <m:rPr>
                            <m:nor/>
                          </m:rPr>
                          <a:rPr lang="it-IT" sz="1800" dirty="0"/>
                          <m:t>)</m:t>
                        </m:r>
                      </m:e>
                      <m:sup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1800" dirty="0"/>
              </a:p>
              <a:p>
                <a:pPr algn="l"/>
                <a:r>
                  <a:rPr lang="it-IT" sz="18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Assumptions: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Calibri" panose="020F0502020204030204" pitchFamily="34" charset="0"/>
                  <a:buChar char="-"/>
                </a:pPr>
                <a:r>
                  <a:rPr lang="en-US" sz="1800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Rigid network when using multiple generators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buFont typeface="Calibri" panose="020F0502020204030204" pitchFamily="34" charset="0"/>
                  <a:buChar char="-"/>
                </a:pPr>
                <a:r>
                  <a:rPr lang="en-US" sz="1800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generators can be activated/deactivated at any time, useful assumption when solving the optimization problem. </a:t>
                </a:r>
                <a:endParaRPr lang="it-IT" sz="2000" b="1" dirty="0">
                  <a:solidFill>
                    <a:srgbClr val="C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E034F32A-3152-5603-3AD2-9EE5BA069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771" y="2449974"/>
                <a:ext cx="10691149" cy="3831219"/>
              </a:xfrm>
              <a:blipFill>
                <a:blip r:embed="rId2"/>
                <a:stretch>
                  <a:fillRect l="-456" t="-22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265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11CB87-EA96-589B-D796-2F255A08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6" y="171346"/>
            <a:ext cx="10515600" cy="700666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A,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41F4977-4406-618D-1F17-DDEA0CCBCC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707" y="972933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it-IT" sz="2400" dirty="0">
                    <a:solidFill>
                      <a:srgbClr val="0070C0"/>
                    </a:solidFill>
                  </a:rPr>
                  <a:t>G3 feeding L3+L4 (Islanded case):</a:t>
                </a:r>
              </a:p>
              <a:p>
                <a:pPr marL="0" indent="0">
                  <a:buNone/>
                </a:pPr>
                <a:r>
                  <a:rPr lang="it-IT" dirty="0"/>
                  <a:t> </a:t>
                </a:r>
                <a:r>
                  <a:rPr lang="it-IT" sz="2000" dirty="0"/>
                  <a:t>from specification: 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δPe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ramp, 5MW over 10 sec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δω</a:t>
                </a:r>
                <a:r>
                  <a:rPr lang="en-US" sz="1800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≤ </a:t>
                </a: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0.05 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en-US" sz="1800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set </a:t>
                </a:r>
                <a:r>
                  <a:rPr lang="en-US" sz="18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≈ 15 min</a:t>
                </a:r>
                <a:r>
                  <a:rPr lang="en-US" sz="18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5/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ω</a:t>
                </a:r>
                <a:r>
                  <a:rPr lang="en-US" sz="18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c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≤ 900  → 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ω</a:t>
                </a:r>
                <a:r>
                  <a:rPr lang="en-US" sz="18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  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≥ 0.006 rad/s</a:t>
                </a:r>
                <a:endParaRPr lang="en-US" sz="180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φ</a:t>
                </a:r>
                <a:r>
                  <a:rPr lang="en-US" sz="1800" b="1" baseline="-25000" dirty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m 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≥ 60°</a:t>
                </a:r>
                <a:r>
                  <a:rPr lang="en-US" sz="18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design choice, non oscillatory response .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en-US" sz="1800" baseline="-250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it-IT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</m:t>
                        </m:r>
                        <m:sSubSup>
                          <m:sSubSupPr>
                            <m:ctrlPr>
                              <a:rPr lang="it-IT" sz="1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it-IT" sz="12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6.573 sec	,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g</m:t>
                    </m:r>
                    <m:d>
                      <m:dPr>
                        <m:ctrlPr>
                          <a:rPr lang="it-IT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lang="en-US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it-IT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1+20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Loop shaping: </a:t>
                </a:r>
                <a:r>
                  <a:rPr lang="en-US" sz="18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C(</a:t>
                </a:r>
                <a:r>
                  <a:rPr lang="en-US" sz="1800" b="1" i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US" sz="1800" b="1" kern="1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𝟓𝟎𝟎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</m:t>
                        </m:r>
                      </m:num>
                      <m:den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𝟓𝟎𝟎</m:t>
                        </m:r>
                        <m:r>
                          <a:rPr lang="en-US" sz="1800" b="1" i="1" kern="10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</m:t>
                        </m:r>
                      </m:den>
                    </m:f>
                    <m:r>
                      <a:rPr lang="en-US" sz="1800" b="1" i="1" kern="1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it-IT" sz="1800" b="1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it-IT" sz="1800" b="1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it-IT" sz="1800" b="1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𝟎𝟓𝟐</m:t>
                    </m:r>
                  </m:oMath>
                </a14:m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sz="2000" dirty="0"/>
              </a:p>
              <a:p>
                <a:pPr marL="0" indent="0">
                  <a:buNone/>
                </a:pPr>
                <a:r>
                  <a:rPr lang="it-IT" sz="2000" dirty="0"/>
                  <a:t>Let’s simulate on Modelica: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41F4977-4406-618D-1F17-DDEA0CCBC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707" y="972933"/>
                <a:ext cx="10515600" cy="4351338"/>
              </a:xfrm>
              <a:blipFill>
                <a:blip r:embed="rId2"/>
                <a:stretch>
                  <a:fillRect l="-696" t="-294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91080015-455D-3B55-8D74-1946BE0BD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607" y="872012"/>
            <a:ext cx="6078686" cy="3413741"/>
          </a:xfrm>
          <a:prstGeom prst="rect">
            <a:avLst/>
          </a:prstGeom>
          <a:ln>
            <a:solidFill>
              <a:srgbClr val="E7E6E6">
                <a:lumMod val="75000"/>
              </a:srgbClr>
            </a:solidFill>
          </a:ln>
        </p:spPr>
      </p:pic>
    </p:spTree>
    <p:extLst>
      <p:ext uri="{BB962C8B-B14F-4D97-AF65-F5344CB8AC3E}">
        <p14:creationId xmlns:p14="http://schemas.microsoft.com/office/powerpoint/2010/main" val="252894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contenuto 6">
                <a:extLst>
                  <a:ext uri="{FF2B5EF4-FFF2-40B4-BE49-F238E27FC236}">
                    <a16:creationId xmlns:a16="http://schemas.microsoft.com/office/drawing/2014/main" id="{6EDF525A-3D13-DE52-0BAC-622407A74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9760" y="162685"/>
                <a:ext cx="11034040" cy="60142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 sz="2000" dirty="0">
                    <a:solidFill>
                      <a:srgbClr val="0070C0"/>
                    </a:solidFill>
                  </a:rPr>
                  <a:t>Modelica:							 </a:t>
                </a:r>
                <a:r>
                  <a:rPr lang="it-IT" sz="1600" dirty="0">
                    <a:solidFill>
                      <a:srgbClr val="C00000"/>
                    </a:solidFill>
                  </a:rPr>
                  <a:t>								</a:t>
                </a:r>
                <a:r>
                  <a:rPr lang="it-IT" dirty="0"/>
                  <a:t>		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sz="1800" dirty="0"/>
                  <a:t>PID C(s):  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set up 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ω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  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= 0.06 , 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one zero cancel gen pole, other zero in 0.022,  pole in 0.6, tha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</a:rPr>
                  <a:t>n double the gain after some simulation, to get a better response without issue</a:t>
                </a:r>
              </a:p>
              <a:p>
                <a:pPr marL="0" indent="0">
                  <a:buNone/>
                </a:pPr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it-IT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b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C(</a:t>
                </a:r>
                <a:r>
                  <a:rPr lang="en-US" sz="1600" b="1" i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en-US" sz="1600" b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=2*6.573*(0.04)</a:t>
                </a:r>
                <a:r>
                  <a:rPr lang="en-US" sz="1600" b="1" kern="100" baseline="300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r>
                  <a:rPr lang="en-US" sz="1600" b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*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  <m:r>
                              <a:rPr lang="en-US" sz="1600" b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+</m:t>
                            </m:r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𝟒𝟓</m:t>
                            </m:r>
                            <m:r>
                              <a:rPr lang="en-US" sz="1600" b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.</m:t>
                            </m:r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𝟒𝟓𝐬</m:t>
                            </m:r>
                          </m:e>
                        </m:d>
                        <m:r>
                          <a:rPr lang="en-US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∗</m:t>
                        </m:r>
                        <m:r>
                          <a:rPr lang="en-US" sz="1600" b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𝟏</m:t>
                        </m:r>
                        <m:r>
                          <a:rPr lang="en-US" sz="1600" b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+</m:t>
                        </m:r>
                        <m:r>
                          <a:rPr lang="en-US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𝟐𝟎𝐬</m:t>
                        </m:r>
                        <m:r>
                          <a:rPr lang="en-US" sz="1600" b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)</m:t>
                        </m:r>
                      </m:num>
                      <m:den>
                        <m:d>
                          <m:dPr>
                            <m:ctrlPr>
                              <a:rPr lang="it-IT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  <m:r>
                              <a:rPr lang="en-US" sz="1600" b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+</m:t>
                            </m:r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𝟏</m:t>
                            </m:r>
                            <m:r>
                              <a:rPr lang="en-US" sz="1600" b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,</m:t>
                            </m:r>
                            <m:r>
                              <a:rPr lang="en-US" sz="1600" b="1" i="1" kern="10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𝟔𝟕𝐬</m:t>
                            </m:r>
                          </m:e>
                        </m:d>
                        <m:r>
                          <a:rPr lang="en-US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∗</m:t>
                        </m:r>
                        <m:r>
                          <a:rPr lang="en-US" sz="16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𝐬</m:t>
                        </m:r>
                      </m:den>
                    </m:f>
                  </m:oMath>
                </a14:m>
                <a:r>
                  <a:rPr lang="en-US" sz="1600" b="1" kern="100" dirty="0">
                    <a:solidFill>
                      <a:srgbClr val="00B05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      </a:t>
                </a:r>
                <a:endParaRPr lang="it-IT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sz="1600" dirty="0"/>
              </a:p>
            </p:txBody>
          </p:sp>
        </mc:Choice>
        <mc:Fallback xmlns="">
          <p:sp>
            <p:nvSpPr>
              <p:cNvPr id="7" name="Segnaposto contenuto 6">
                <a:extLst>
                  <a:ext uri="{FF2B5EF4-FFF2-40B4-BE49-F238E27FC236}">
                    <a16:creationId xmlns:a16="http://schemas.microsoft.com/office/drawing/2014/main" id="{6EDF525A-3D13-DE52-0BAC-622407A74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9760" y="162685"/>
                <a:ext cx="11034040" cy="6014278"/>
              </a:xfrm>
              <a:blipFill>
                <a:blip r:embed="rId2"/>
                <a:stretch>
                  <a:fillRect l="-552" t="-11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>
            <a:extLst>
              <a:ext uri="{FF2B5EF4-FFF2-40B4-BE49-F238E27FC236}">
                <a16:creationId xmlns:a16="http://schemas.microsoft.com/office/drawing/2014/main" id="{5800798F-00BB-0055-F958-BCD04D680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60" y="768501"/>
            <a:ext cx="3404235" cy="1669415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10" name="Immagine 9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A5B56277-767A-D6E5-9D9E-CC03E412D1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251" y="305947"/>
            <a:ext cx="3339977" cy="2419593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C00D438-3BDC-0DF8-CE96-4B60A2A98D9D}"/>
              </a:ext>
            </a:extLst>
          </p:cNvPr>
          <p:cNvSpPr txBox="1"/>
          <p:nvPr/>
        </p:nvSpPr>
        <p:spPr>
          <a:xfrm>
            <a:off x="8070572" y="636105"/>
            <a:ext cx="40710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C00000"/>
                </a:solidFill>
              </a:rPr>
              <a:t>Neither settling time nor frequency error constraint guarantee!</a:t>
            </a:r>
          </a:p>
          <a:p>
            <a:endParaRPr lang="it-IT" sz="1600" dirty="0">
              <a:solidFill>
                <a:srgbClr val="C00000"/>
              </a:solidFill>
            </a:endParaRPr>
          </a:p>
          <a:p>
            <a:r>
              <a:rPr lang="it-IT" sz="1600" dirty="0"/>
              <a:t>Better to use a PID, to have a fast control, so less frequency loss</a:t>
            </a:r>
          </a:p>
        </p:txBody>
      </p:sp>
      <p:pic>
        <p:nvPicPr>
          <p:cNvPr id="15" name="Immagine 14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3B01638D-6309-2D7D-3A9D-A1CFCE6BE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815" y="3618909"/>
            <a:ext cx="4710505" cy="2914153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02008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D388266-AFF6-34AD-52D6-3422D54518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785" y="193431"/>
                <a:ext cx="11599451" cy="5983532"/>
              </a:xfrm>
            </p:spPr>
            <p:txBody>
              <a:bodyPr>
                <a:normAutofit/>
              </a:bodyPr>
              <a:lstStyle/>
              <a:p>
                <a:r>
                  <a:rPr lang="it-IT" sz="2400" dirty="0">
                    <a:solidFill>
                      <a:srgbClr val="0070C0"/>
                    </a:solidFill>
                  </a:rPr>
                  <a:t>G1,G2 feeding L1+L2 (network generators)</a:t>
                </a:r>
              </a:p>
              <a:p>
                <a:pPr marL="0" indent="0">
                  <a:buNone/>
                </a:pPr>
                <a:r>
                  <a:rPr lang="it-IT" sz="2400" dirty="0">
                    <a:solidFill>
                      <a:srgbClr val="0070C0"/>
                    </a:solidFill>
                  </a:rPr>
                  <a:t>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it-IT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)∗</m:t>
                        </m:r>
                        <m:sSubSup>
                          <m:sSubSupPr>
                            <m:ctrlPr>
                              <a:rPr lang="it-IT" sz="1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2960.88</m:t>
                        </m:r>
                      </m:den>
                    </m:f>
                  </m:oMath>
                </a14:m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, </a:t>
                </a:r>
                <a:r>
                  <a:rPr lang="en-US" sz="1800" dirty="0">
                    <a:solidFill>
                      <a:srgbClr val="0070C0"/>
                    </a:solidFill>
                  </a:rPr>
                  <a:t>(assuming overall inertia as the sum)</a:t>
                </a:r>
                <a:endParaRPr lang="it-IT" sz="18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it-IT" sz="2400" dirty="0">
                    <a:solidFill>
                      <a:srgbClr val="0070C0"/>
                    </a:solidFill>
                  </a:rPr>
                  <a:t>					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1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=1/3 , 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2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=2/3</a:t>
                </a:r>
                <a:r>
                  <a:rPr lang="en-US" sz="16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(proportional to nominal Power)</a:t>
                </a: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Simulate on Modelica..</a:t>
                </a:r>
                <a:endParaRPr lang="it-IT" sz="16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D388266-AFF6-34AD-52D6-3422D54518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785" y="193431"/>
                <a:ext cx="11599451" cy="5983532"/>
              </a:xfrm>
              <a:blipFill>
                <a:blip r:embed="rId2"/>
                <a:stretch>
                  <a:fillRect l="-683" t="-14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312B6C3E-1FB1-90FC-D229-0737A8C796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01" y="814606"/>
            <a:ext cx="3820160" cy="1821180"/>
          </a:xfrm>
          <a:prstGeom prst="rect">
            <a:avLst/>
          </a:prstGeom>
        </p:spPr>
      </p:pic>
      <p:pic>
        <p:nvPicPr>
          <p:cNvPr id="2" name="Immagine 1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7CE0D629-A825-ECB7-3796-EC7A620152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131" y="2301346"/>
            <a:ext cx="4672330" cy="2634615"/>
          </a:xfrm>
          <a:prstGeom prst="rect">
            <a:avLst/>
          </a:prstGeom>
        </p:spPr>
      </p:pic>
      <p:pic>
        <p:nvPicPr>
          <p:cNvPr id="5" name="Immagine 4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FFA57567-AF74-2DE1-1B96-8B19EDA52A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356" y="5248620"/>
            <a:ext cx="5302250" cy="1245235"/>
          </a:xfrm>
          <a:prstGeom prst="rect">
            <a:avLst/>
          </a:prstGeom>
        </p:spPr>
      </p:pic>
      <p:pic>
        <p:nvPicPr>
          <p:cNvPr id="6" name="Immagine 5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1F128CF2-02E1-EF95-F854-864BC60C8B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148" y="3030986"/>
            <a:ext cx="3885458" cy="205918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0FBDFF-A21D-B0DB-A073-856EE77E67D0}"/>
              </a:ext>
            </a:extLst>
          </p:cNvPr>
          <p:cNvSpPr txBox="1"/>
          <p:nvPr/>
        </p:nvSpPr>
        <p:spPr>
          <a:xfrm>
            <a:off x="337601" y="2896914"/>
            <a:ext cx="39585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Guarantee same specification of islanded case, design a goal L(s) and find the equivalent C(s) PID reversing the dynamic.</a:t>
            </a:r>
          </a:p>
          <a:p>
            <a:r>
              <a:rPr lang="it-IT" sz="1600" dirty="0"/>
              <a:t>Solve a system of equation with degrees of freedom primary and secondary gains. </a:t>
            </a:r>
          </a:p>
        </p:txBody>
      </p:sp>
    </p:spTree>
    <p:extLst>
      <p:ext uri="{BB962C8B-B14F-4D97-AF65-F5344CB8AC3E}">
        <p14:creationId xmlns:p14="http://schemas.microsoft.com/office/powerpoint/2010/main" val="1312468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2875A10-7CCA-9CD1-F82F-6388C8892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88" y="99742"/>
            <a:ext cx="11663156" cy="61889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it-IT" sz="2000" dirty="0">
                <a:solidFill>
                  <a:srgbClr val="0070C0"/>
                </a:solidFill>
              </a:rPr>
              <a:t>Modelica:</a:t>
            </a: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it-IT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it-IT" sz="1800" dirty="0"/>
              <a:t>good freqency error. But controllers used in a very inefficent way! (during tuning we should also look inside the system, in particular the control action) To solve this, partition the effort proportionally to generator capability changing ks, kp1,2 .</a:t>
            </a:r>
          </a:p>
          <a:p>
            <a:pPr marL="0" indent="0">
              <a:buNone/>
            </a:pPr>
            <a:endParaRPr lang="it-IT" sz="1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it-IT" sz="1800" b="1" dirty="0">
                <a:solidFill>
                  <a:srgbClr val="00B050"/>
                </a:solidFill>
              </a:rPr>
              <a:t>Kp1 = 1.064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00B050"/>
                </a:solidFill>
              </a:rPr>
              <a:t>Kp2= 0.677327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00B050"/>
                </a:solidFill>
              </a:rPr>
              <a:t>Ks = 0.016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F4C37B0-FBC4-1936-D0FC-3D972E66B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206" y="236181"/>
            <a:ext cx="4510794" cy="2372999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10" name="Immagine 9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19E320C4-6014-D2D9-6DF5-6D0DF6549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597" y="99742"/>
            <a:ext cx="4513253" cy="2754708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12" name="Immagine 11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DA02201C-3093-0B0B-F544-B61760AECF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37" y="3651790"/>
            <a:ext cx="4908550" cy="2970029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28687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50A5DC-9DC8-F8F8-5B3A-8DBE167C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786"/>
            <a:ext cx="10515600" cy="1325563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A, Optimization</a:t>
            </a:r>
            <a:endParaRPr lang="it-IT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1C9B99E-7DEF-1371-C24B-C717F39389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256" y="762000"/>
                <a:ext cx="11776668" cy="589915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(focus on G1,G2 feeding L1+L2)</a:t>
                </a:r>
              </a:p>
              <a:p>
                <a:pPr marL="0" indent="0">
                  <a:buNone/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G1: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US" sz="1800" kern="1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g1,min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15MW        P</a:t>
                </a:r>
                <a:r>
                  <a:rPr lang="en-US" sz="1800" kern="1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g1,max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100 MW		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G2: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g2,min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7.5 MW      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g2,max 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50 MW</a:t>
                </a:r>
              </a:p>
              <a:p>
                <a:pPr marL="0" indent="0">
                  <a:buNone/>
                </a:pPr>
                <a:endParaRPr lang="it-IT" sz="1800" b="1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sz="2000" b="1" dirty="0">
                    <a:solidFill>
                      <a:srgbClr val="0070C0"/>
                    </a:solidFill>
                  </a:rPr>
                  <a:t>Optimization problem: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cost f: 	</a:t>
                </a:r>
                <a:r>
                  <a:rPr lang="en-US" sz="18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= c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g1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)+c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(P</a:t>
                </a:r>
                <a:r>
                  <a:rPr lang="en-US" sz="1800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g2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lang="it-IT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s.t: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it-IT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 kern="100" baseline="-25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it-IT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 baseline="-250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 lang="it-IT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→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as KKT formulation:   </a:t>
                </a:r>
                <a:endParaRPr lang="it-IT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it-IT" sz="20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1C9B99E-7DEF-1371-C24B-C717F39389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256" y="762000"/>
                <a:ext cx="11776668" cy="5899154"/>
              </a:xfrm>
              <a:blipFill>
                <a:blip r:embed="rId2"/>
                <a:stretch>
                  <a:fillRect l="-569" t="-9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84A8E54E-59BA-7CD0-9EDC-447E65D22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560112"/>
              </p:ext>
            </p:extLst>
          </p:nvPr>
        </p:nvGraphicFramePr>
        <p:xfrm>
          <a:off x="4256295" y="1087780"/>
          <a:ext cx="6467585" cy="78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248">
                  <a:extLst>
                    <a:ext uri="{9D8B030D-6E8A-4147-A177-3AD203B41FA5}">
                      <a16:colId xmlns:a16="http://schemas.microsoft.com/office/drawing/2014/main" val="3946018888"/>
                    </a:ext>
                  </a:extLst>
                </a:gridCol>
                <a:gridCol w="1008960">
                  <a:extLst>
                    <a:ext uri="{9D8B030D-6E8A-4147-A177-3AD203B41FA5}">
                      <a16:colId xmlns:a16="http://schemas.microsoft.com/office/drawing/2014/main" val="988235690"/>
                    </a:ext>
                  </a:extLst>
                </a:gridCol>
                <a:gridCol w="850832">
                  <a:extLst>
                    <a:ext uri="{9D8B030D-6E8A-4147-A177-3AD203B41FA5}">
                      <a16:colId xmlns:a16="http://schemas.microsoft.com/office/drawing/2014/main" val="938482608"/>
                    </a:ext>
                  </a:extLst>
                </a:gridCol>
                <a:gridCol w="943739">
                  <a:extLst>
                    <a:ext uri="{9D8B030D-6E8A-4147-A177-3AD203B41FA5}">
                      <a16:colId xmlns:a16="http://schemas.microsoft.com/office/drawing/2014/main" val="1362428896"/>
                    </a:ext>
                  </a:extLst>
                </a:gridCol>
                <a:gridCol w="1002417">
                  <a:extLst>
                    <a:ext uri="{9D8B030D-6E8A-4147-A177-3AD203B41FA5}">
                      <a16:colId xmlns:a16="http://schemas.microsoft.com/office/drawing/2014/main" val="3634324767"/>
                    </a:ext>
                  </a:extLst>
                </a:gridCol>
                <a:gridCol w="1021977">
                  <a:extLst>
                    <a:ext uri="{9D8B030D-6E8A-4147-A177-3AD203B41FA5}">
                      <a16:colId xmlns:a16="http://schemas.microsoft.com/office/drawing/2014/main" val="2806958689"/>
                    </a:ext>
                  </a:extLst>
                </a:gridCol>
                <a:gridCol w="1033412">
                  <a:extLst>
                    <a:ext uri="{9D8B030D-6E8A-4147-A177-3AD203B41FA5}">
                      <a16:colId xmlns:a16="http://schemas.microsoft.com/office/drawing/2014/main" val="2742857142"/>
                    </a:ext>
                  </a:extLst>
                </a:gridCol>
              </a:tblGrid>
              <a:tr h="393904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875538"/>
                  </a:ext>
                </a:extLst>
              </a:tr>
              <a:tr h="393904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rgbClr val="0070C0"/>
                          </a:solidFill>
                        </a:rP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887333"/>
                  </a:ext>
                </a:extLst>
              </a:tr>
            </a:tbl>
          </a:graphicData>
        </a:graphic>
      </p:graphicFrame>
      <p:pic>
        <p:nvPicPr>
          <p:cNvPr id="6" name="Immagine 5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BD493D6A-072C-8B61-29E4-A0C6DEEFE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22" y="2340741"/>
            <a:ext cx="6276314" cy="120666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28813D-5419-2A42-9159-DE3D1EEA0DB7}"/>
              </a:ext>
            </a:extLst>
          </p:cNvPr>
          <p:cNvSpPr txBox="1"/>
          <p:nvPr/>
        </p:nvSpPr>
        <p:spPr>
          <a:xfrm>
            <a:off x="7378816" y="2502503"/>
            <a:ext cx="3345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[60,100]    -&gt; (G1, G1+G2)  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[100,120]  -&gt; (G1+G2)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467E237-6E7D-35D7-A432-6D33C798E709}"/>
              </a:ext>
            </a:extLst>
          </p:cNvPr>
          <p:cNvSpPr txBox="1"/>
          <p:nvPr/>
        </p:nvSpPr>
        <p:spPr>
          <a:xfrm>
            <a:off x="6296742" y="4079141"/>
            <a:ext cx="35916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1.5 + 1.5*(P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-95)</a:t>
            </a:r>
            <a:r>
              <a:rPr lang="en-US" sz="1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+ 3*(P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-48)</a:t>
            </a:r>
            <a:r>
              <a:rPr lang="en-US" sz="1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=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L=</a:t>
            </a:r>
            <a:r>
              <a:rPr lang="en-US" sz="1800" i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λ*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μ*h      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(Lagrangian)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993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B8A136-8C44-0FFC-918D-366AD7BFC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581" y="127488"/>
            <a:ext cx="11103219" cy="6049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/>
              <a:t>Compare the feasible combinations for each </a:t>
            </a:r>
            <a:r>
              <a:rPr lang="it-IT" sz="1800" b="1" dirty="0"/>
              <a:t>Pe:</a:t>
            </a:r>
          </a:p>
          <a:p>
            <a:pPr marL="0" indent="0">
              <a:buNone/>
            </a:pPr>
            <a:r>
              <a:rPr lang="it-IT" sz="1800" b="1" dirty="0">
                <a:solidFill>
                  <a:srgbClr val="0070C0"/>
                </a:solidFill>
              </a:rPr>
              <a:t>Pe=60:</a:t>
            </a:r>
          </a:p>
          <a:p>
            <a:r>
              <a:rPr lang="it-IT" sz="1600" b="1" dirty="0"/>
              <a:t>G1 Only:	</a:t>
            </a:r>
          </a:p>
          <a:p>
            <a:pPr marL="0" indent="0">
              <a:buNone/>
            </a:pPr>
            <a:r>
              <a:rPr lang="en-US" sz="1600" b="1" kern="1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1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600" b="1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 </a:t>
            </a:r>
            <a:r>
              <a:rPr lang="en-US" sz="1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P</a:t>
            </a:r>
            <a:r>
              <a:rPr lang="en-US" sz="1600" b="1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en-US" sz="1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60</a:t>
            </a:r>
            <a:r>
              <a:rPr lang="en-US" sz="16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, 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6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0.5+1.5*(60-95)</a:t>
            </a:r>
            <a:r>
              <a:rPr lang="en-US" sz="16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=1838 </a:t>
            </a:r>
            <a:endParaRPr lang="it-IT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t-IT" sz="1600" b="1" dirty="0"/>
              <a:t>G1+G2:</a:t>
            </a:r>
          </a:p>
          <a:p>
            <a:pPr marL="0" indent="0">
              <a:buNone/>
            </a:pPr>
            <a:r>
              <a:rPr lang="it-IT" sz="1800" b="1" dirty="0"/>
              <a:t>Maxima:			</a:t>
            </a:r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endParaRPr lang="it-IT" sz="1800" b="1" dirty="0"/>
          </a:p>
          <a:p>
            <a:pPr marL="0" indent="0">
              <a:buNone/>
            </a:pPr>
            <a:r>
              <a:rPr lang="it-IT" sz="1800" b="1" dirty="0"/>
              <a:t>				</a:t>
            </a:r>
            <a:r>
              <a:rPr lang="it-IT" sz="1800" dirty="0"/>
              <a:t>cost rate G1+G2 &gt; cost rate G1 -&gt; for Pe=60 optimal choice: Only G1! </a:t>
            </a:r>
          </a:p>
        </p:txBody>
      </p:sp>
      <p:pic>
        <p:nvPicPr>
          <p:cNvPr id="4" name="Immagine 3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62ABE33B-BF67-08DA-2387-B092F18703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24" y="2299347"/>
            <a:ext cx="3318184" cy="31760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D4C3A03F-58D1-AF43-0545-D0363CF481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940408"/>
                  </p:ext>
                </p:extLst>
              </p:nvPr>
            </p:nvGraphicFramePr>
            <p:xfrm>
              <a:off x="3728851" y="2194560"/>
              <a:ext cx="8326314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5146">
                      <a:extLst>
                        <a:ext uri="{9D8B030D-6E8A-4147-A177-3AD203B41FA5}">
                          <a16:colId xmlns:a16="http://schemas.microsoft.com/office/drawing/2014/main" val="222275782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1359600966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87801536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96981299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24399710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247638247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79242545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573976563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12948334"/>
                        </a:ext>
                      </a:extLst>
                    </a:gridCol>
                  </a:tblGrid>
                  <a:tr h="28026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/>
                            <a:t>λ</a:t>
                          </a:r>
                        </a:p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l-GR" dirty="0" smtClean="0"/>
                                      <m:t>μ</m:t>
                                    </m:r>
                                  </m:e>
                                  <m:sub>
                                    <m:r>
                                      <a:rPr lang="it-IT" b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b="1" dirty="0"/>
                        </a:p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i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9161222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0070C0"/>
                              </a:solidFill>
                            </a:rPr>
                            <a:t>Opt.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7530641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9628.5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408966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-40.00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23271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4039565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127.5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115.5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7631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3167244"/>
                      </a:ext>
                    </a:extLst>
                  </a:tr>
                  <a:tr h="357557"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10.0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10851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30480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D4C3A03F-58D1-AF43-0545-D0363CF481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940408"/>
                  </p:ext>
                </p:extLst>
              </p:nvPr>
            </p:nvGraphicFramePr>
            <p:xfrm>
              <a:off x="3728851" y="2194560"/>
              <a:ext cx="8326314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5146">
                      <a:extLst>
                        <a:ext uri="{9D8B030D-6E8A-4147-A177-3AD203B41FA5}">
                          <a16:colId xmlns:a16="http://schemas.microsoft.com/office/drawing/2014/main" val="222275782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1359600966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87801536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969812995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24399710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2476382479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792425450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573976563"/>
                        </a:ext>
                      </a:extLst>
                    </a:gridCol>
                    <a:gridCol w="925146">
                      <a:extLst>
                        <a:ext uri="{9D8B030D-6E8A-4147-A177-3AD203B41FA5}">
                          <a16:colId xmlns:a16="http://schemas.microsoft.com/office/drawing/2014/main" val="31294833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658" t="-4762" r="-801974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100658" t="-4762" r="-701974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dirty="0"/>
                            <a:t>λ</a:t>
                          </a:r>
                        </a:p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300658" t="-4762" r="-501974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403311" t="-4762" r="-405298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500000" t="-4762" r="-302632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600000" t="-4762" r="-202632" b="-30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i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916122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166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0070C0"/>
                              </a:solidFill>
                            </a:rPr>
                            <a:t>Opt.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753064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45.00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9628.5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4089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-40.00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23271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403956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52.50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127.5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115.5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7631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Left ext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316724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dirty="0">
                              <a:solidFill>
                                <a:srgbClr val="C00000"/>
                              </a:solidFill>
                            </a:rPr>
                            <a:t>10.0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50.0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255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10851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Unf.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304805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CC232DD-7426-052A-7452-9C4D2334EA5E}"/>
              </a:ext>
            </a:extLst>
          </p:cNvPr>
          <p:cNvCxnSpPr/>
          <p:nvPr/>
        </p:nvCxnSpPr>
        <p:spPr>
          <a:xfrm>
            <a:off x="2723641" y="3065929"/>
            <a:ext cx="614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509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9F1879-F23F-3EF0-76B8-0F9A78726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31" y="180043"/>
            <a:ext cx="11226579" cy="5946375"/>
          </a:xfrm>
        </p:spPr>
        <p:txBody>
          <a:bodyPr/>
          <a:lstStyle/>
          <a:p>
            <a:pPr marL="0" indent="0">
              <a:buNone/>
            </a:pPr>
            <a:r>
              <a:rPr lang="it-IT" sz="2000" dirty="0">
                <a:solidFill>
                  <a:srgbClr val="0070C0"/>
                </a:solidFill>
              </a:rPr>
              <a:t>GRAPHICALLY: (for Pe=60)			 	    	  </a:t>
            </a:r>
            <a:r>
              <a:rPr lang="it-IT" sz="1800" dirty="0"/>
              <a:t>for Pe increasing, cost rate shift</a:t>
            </a:r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r>
              <a:rPr lang="it-IT" sz="1800" dirty="0"/>
              <a:t>    Summing up all the results: </a:t>
            </a:r>
          </a:p>
          <a:p>
            <a:pPr marL="0" indent="0">
              <a:buNone/>
            </a:pPr>
            <a:r>
              <a:rPr lang="it-IT" sz="1800" dirty="0"/>
              <a:t>									</a:t>
            </a:r>
          </a:p>
          <a:p>
            <a:pPr marL="0" indent="0">
              <a:buNone/>
            </a:pPr>
            <a:r>
              <a:rPr lang="it-IT" sz="1800" dirty="0"/>
              <a:t>									Let’s simulate on Modelica, </a:t>
            </a:r>
          </a:p>
          <a:p>
            <a:pPr marL="0" indent="0">
              <a:buNone/>
            </a:pPr>
            <a:r>
              <a:rPr lang="it-IT" sz="1800" dirty="0"/>
              <a:t>									using same controllers:										</a:t>
            </a:r>
          </a:p>
          <a:p>
            <a:pPr marL="0" indent="0">
              <a:buNone/>
            </a:pPr>
            <a:endParaRPr lang="it-IT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2926F6E-3793-3564-27EF-A22B3222E3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5" y="576887"/>
            <a:ext cx="3930221" cy="2947459"/>
          </a:xfrm>
          <a:prstGeom prst="rect">
            <a:avLst/>
          </a:prstGeom>
        </p:spPr>
      </p:pic>
      <p:pic>
        <p:nvPicPr>
          <p:cNvPr id="8" name="Immagine 7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D6EE4908-4C4C-B6A7-D6D9-6BC354B1F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017" y="557434"/>
            <a:ext cx="4261119" cy="31958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ella 9">
                <a:extLst>
                  <a:ext uri="{FF2B5EF4-FFF2-40B4-BE49-F238E27FC236}">
                    <a16:creationId xmlns:a16="http://schemas.microsoft.com/office/drawing/2014/main" id="{C8E4C4C2-27A6-EA2B-475A-F752F0DDF4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7600596"/>
                  </p:ext>
                </p:extLst>
              </p:nvPr>
            </p:nvGraphicFramePr>
            <p:xfrm>
              <a:off x="384886" y="3982201"/>
              <a:ext cx="7859383" cy="2662113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726361">
                      <a:extLst>
                        <a:ext uri="{9D8B030D-6E8A-4147-A177-3AD203B41FA5}">
                          <a16:colId xmlns:a16="http://schemas.microsoft.com/office/drawing/2014/main" val="2950919157"/>
                        </a:ext>
                      </a:extLst>
                    </a:gridCol>
                    <a:gridCol w="1157638">
                      <a:extLst>
                        <a:ext uri="{9D8B030D-6E8A-4147-A177-3AD203B41FA5}">
                          <a16:colId xmlns:a16="http://schemas.microsoft.com/office/drawing/2014/main" val="1585477202"/>
                        </a:ext>
                      </a:extLst>
                    </a:gridCol>
                    <a:gridCol w="1129553">
                      <a:extLst>
                        <a:ext uri="{9D8B030D-6E8A-4147-A177-3AD203B41FA5}">
                          <a16:colId xmlns:a16="http://schemas.microsoft.com/office/drawing/2014/main" val="4022532748"/>
                        </a:ext>
                      </a:extLst>
                    </a:gridCol>
                    <a:gridCol w="1295807">
                      <a:extLst>
                        <a:ext uri="{9D8B030D-6E8A-4147-A177-3AD203B41FA5}">
                          <a16:colId xmlns:a16="http://schemas.microsoft.com/office/drawing/2014/main" val="1054602971"/>
                        </a:ext>
                      </a:extLst>
                    </a:gridCol>
                    <a:gridCol w="1163782">
                      <a:extLst>
                        <a:ext uri="{9D8B030D-6E8A-4147-A177-3AD203B41FA5}">
                          <a16:colId xmlns:a16="http://schemas.microsoft.com/office/drawing/2014/main" val="374100761"/>
                        </a:ext>
                      </a:extLst>
                    </a:gridCol>
                    <a:gridCol w="1178451">
                      <a:extLst>
                        <a:ext uri="{9D8B030D-6E8A-4147-A177-3AD203B41FA5}">
                          <a16:colId xmlns:a16="http://schemas.microsoft.com/office/drawing/2014/main" val="1474323710"/>
                        </a:ext>
                      </a:extLst>
                    </a:gridCol>
                    <a:gridCol w="1207791">
                      <a:extLst>
                        <a:ext uri="{9D8B030D-6E8A-4147-A177-3AD203B41FA5}">
                          <a16:colId xmlns:a16="http://schemas.microsoft.com/office/drawing/2014/main" val="1674114647"/>
                        </a:ext>
                      </a:extLst>
                    </a:gridCol>
                  </a:tblGrid>
                  <a:tr h="467553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combinat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555378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748982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221521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1568808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790547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2413234"/>
                      </a:ext>
                    </a:extLst>
                  </a:tr>
                  <a:tr h="3536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1168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ella 9">
                <a:extLst>
                  <a:ext uri="{FF2B5EF4-FFF2-40B4-BE49-F238E27FC236}">
                    <a16:creationId xmlns:a16="http://schemas.microsoft.com/office/drawing/2014/main" id="{C8E4C4C2-27A6-EA2B-475A-F752F0DDF4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7600596"/>
                  </p:ext>
                </p:extLst>
              </p:nvPr>
            </p:nvGraphicFramePr>
            <p:xfrm>
              <a:off x="384886" y="3982201"/>
              <a:ext cx="7859383" cy="2662113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726361">
                      <a:extLst>
                        <a:ext uri="{9D8B030D-6E8A-4147-A177-3AD203B41FA5}">
                          <a16:colId xmlns:a16="http://schemas.microsoft.com/office/drawing/2014/main" val="2950919157"/>
                        </a:ext>
                      </a:extLst>
                    </a:gridCol>
                    <a:gridCol w="1157638">
                      <a:extLst>
                        <a:ext uri="{9D8B030D-6E8A-4147-A177-3AD203B41FA5}">
                          <a16:colId xmlns:a16="http://schemas.microsoft.com/office/drawing/2014/main" val="1585477202"/>
                        </a:ext>
                      </a:extLst>
                    </a:gridCol>
                    <a:gridCol w="1129553">
                      <a:extLst>
                        <a:ext uri="{9D8B030D-6E8A-4147-A177-3AD203B41FA5}">
                          <a16:colId xmlns:a16="http://schemas.microsoft.com/office/drawing/2014/main" val="4022532748"/>
                        </a:ext>
                      </a:extLst>
                    </a:gridCol>
                    <a:gridCol w="1295807">
                      <a:extLst>
                        <a:ext uri="{9D8B030D-6E8A-4147-A177-3AD203B41FA5}">
                          <a16:colId xmlns:a16="http://schemas.microsoft.com/office/drawing/2014/main" val="1054602971"/>
                        </a:ext>
                      </a:extLst>
                    </a:gridCol>
                    <a:gridCol w="1163782">
                      <a:extLst>
                        <a:ext uri="{9D8B030D-6E8A-4147-A177-3AD203B41FA5}">
                          <a16:colId xmlns:a16="http://schemas.microsoft.com/office/drawing/2014/main" val="374100761"/>
                        </a:ext>
                      </a:extLst>
                    </a:gridCol>
                    <a:gridCol w="1178451">
                      <a:extLst>
                        <a:ext uri="{9D8B030D-6E8A-4147-A177-3AD203B41FA5}">
                          <a16:colId xmlns:a16="http://schemas.microsoft.com/office/drawing/2014/main" val="1474323710"/>
                        </a:ext>
                      </a:extLst>
                    </a:gridCol>
                    <a:gridCol w="1207791">
                      <a:extLst>
                        <a:ext uri="{9D8B030D-6E8A-4147-A177-3AD203B41FA5}">
                          <a16:colId xmlns:a16="http://schemas.microsoft.com/office/drawing/2014/main" val="1674114647"/>
                        </a:ext>
                      </a:extLst>
                    </a:gridCol>
                  </a:tblGrid>
                  <a:tr h="467553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63158" t="-6494" r="-518421" b="-488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4"/>
                          <a:stretch>
                            <a:fillRect l="-233962" t="-6494" r="-276887" b="-488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tBias2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combinat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25553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7489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938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02215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156880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79.67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40.33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530.5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27905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1090.5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24132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1838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91168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6350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11D0ADFC-4417-7FA6-76E8-FEB47BB19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47" y="183392"/>
            <a:ext cx="6018948" cy="3318748"/>
          </a:xfrm>
        </p:spPr>
      </p:pic>
      <p:pic>
        <p:nvPicPr>
          <p:cNvPr id="7" name="Immagine 6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F4A782C4-D73C-778C-B9BF-D3E2B766B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47" y="266276"/>
            <a:ext cx="4938507" cy="3307784"/>
          </a:xfrm>
          <a:prstGeom prst="rect">
            <a:avLst/>
          </a:prstGeom>
        </p:spPr>
      </p:pic>
      <p:pic>
        <p:nvPicPr>
          <p:cNvPr id="9" name="Immagine 8" descr="Immagine che contiene linea, testo, diagramma, Diagramma&#10;&#10;Descrizione generata automaticamente">
            <a:extLst>
              <a:ext uri="{FF2B5EF4-FFF2-40B4-BE49-F238E27FC236}">
                <a16:creationId xmlns:a16="http://schemas.microsoft.com/office/drawing/2014/main" id="{B16AC592-18C1-8344-D953-908050ED1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4" y="3692594"/>
            <a:ext cx="4660718" cy="3060000"/>
          </a:xfrm>
          <a:prstGeom prst="rect">
            <a:avLst/>
          </a:prstGeom>
        </p:spPr>
      </p:pic>
      <p:pic>
        <p:nvPicPr>
          <p:cNvPr id="11" name="Immagine 10" descr="Immagine che contiene diagramma, testo, linea, Diagramma&#10;&#10;Descrizione generata automaticamente">
            <a:extLst>
              <a:ext uri="{FF2B5EF4-FFF2-40B4-BE49-F238E27FC236}">
                <a16:creationId xmlns:a16="http://schemas.microsoft.com/office/drawing/2014/main" id="{04D7897D-96E8-3BE0-B73E-580E66A03B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024" y="3692594"/>
            <a:ext cx="4604054" cy="306000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F761FA9-619A-D678-5FF8-3576F4A0329D}"/>
              </a:ext>
            </a:extLst>
          </p:cNvPr>
          <p:cNvSpPr txBox="1"/>
          <p:nvPr/>
        </p:nvSpPr>
        <p:spPr>
          <a:xfrm>
            <a:off x="7353766" y="2547438"/>
            <a:ext cx="403013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Some overdump due to intial set up dynamic and generators pool switching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9C4F4AE-C599-486D-68A8-10BD4EE76706}"/>
              </a:ext>
            </a:extLst>
          </p:cNvPr>
          <p:cNvSpPr txBox="1"/>
          <p:nvPr/>
        </p:nvSpPr>
        <p:spPr>
          <a:xfrm>
            <a:off x="7667301" y="524675"/>
            <a:ext cx="15702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070C0"/>
                </a:solidFill>
              </a:rPr>
              <a:t>Frequency error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FB29D93-6AE1-5070-774E-F34B196A42F2}"/>
              </a:ext>
            </a:extLst>
          </p:cNvPr>
          <p:cNvSpPr txBox="1"/>
          <p:nvPr/>
        </p:nvSpPr>
        <p:spPr>
          <a:xfrm>
            <a:off x="2420595" y="3881001"/>
            <a:ext cx="16908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Primary control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C4E6B44-EC7D-5C0D-8A74-E8A42CBB21D6}"/>
              </a:ext>
            </a:extLst>
          </p:cNvPr>
          <p:cNvSpPr txBox="1"/>
          <p:nvPr/>
        </p:nvSpPr>
        <p:spPr>
          <a:xfrm>
            <a:off x="7736425" y="4188057"/>
            <a:ext cx="176639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Secondary control</a:t>
            </a:r>
          </a:p>
        </p:txBody>
      </p:sp>
    </p:spTree>
    <p:extLst>
      <p:ext uri="{BB962C8B-B14F-4D97-AF65-F5344CB8AC3E}">
        <p14:creationId xmlns:p14="http://schemas.microsoft.com/office/powerpoint/2010/main" val="137662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83D387-510E-F353-C4BF-9013A7B7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66" y="153459"/>
            <a:ext cx="10515600" cy="676275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B, Control		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81700FC1-ED85-7B73-1DD4-4A32F0C6C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124" y="829734"/>
            <a:ext cx="4249280" cy="2341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1DA1E1A-6D03-F912-B285-928016502E28}"/>
                  </a:ext>
                </a:extLst>
              </p:cNvPr>
              <p:cNvSpPr txBox="1"/>
              <p:nvPr/>
            </p:nvSpPr>
            <p:spPr>
              <a:xfrm>
                <a:off x="5039144" y="672587"/>
                <a:ext cx="6019800" cy="2817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it-IT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)∗</m:t>
                        </m:r>
                        <m:sSubSup>
                          <m:sSubSupPr>
                            <m:ctrlP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it-IT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it-IT" b="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3947.8</m:t>
                        </m:r>
                      </m:den>
                    </m:f>
                  </m:oMath>
                </a14:m>
                <a:r>
                  <a:rPr lang="en-US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en-US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(again, assume overall inertia as sum)</a:t>
                </a:r>
              </a:p>
              <a:p>
                <a:endParaRPr lang="en-US" sz="16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3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=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0.4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β</a:t>
                </a:r>
                <a:r>
                  <a:rPr lang="en-US" sz="1600" b="1" baseline="-250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2</a:t>
                </a:r>
                <a:r>
                  <a:rPr lang="en-US" sz="1600" b="1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=0.2</a:t>
                </a:r>
                <a:r>
                  <a:rPr lang="en-US" sz="16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(given secondary partition policy)</a:t>
                </a:r>
              </a:p>
              <a:p>
                <a:endParaRPr lang="en-US" sz="16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16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We tune the controller as done for the previous network (G1+G2 control), </a:t>
                </a:r>
                <a:r>
                  <a:rPr lang="en-US" sz="16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equaling the coefficients of the parametric L(s) and the desired one (kept the same as the previous point) we get the following solutions</a:t>
                </a:r>
                <a:r>
                  <a:rPr lang="en-US" sz="1600" kern="1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it-IT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91DA1E1A-6D03-F912-B285-928016502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144" y="672587"/>
                <a:ext cx="6019800" cy="2817118"/>
              </a:xfrm>
              <a:prstGeom prst="rect">
                <a:avLst/>
              </a:prstGeom>
              <a:blipFill>
                <a:blip r:embed="rId3"/>
                <a:stretch>
                  <a:fillRect l="-608" r="-9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5E5C403B-7895-8548-2A67-77F514431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144" y="3284895"/>
            <a:ext cx="6793913" cy="246156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1ACD4FD-AFDE-C710-CC84-303FA0B4F255}"/>
              </a:ext>
            </a:extLst>
          </p:cNvPr>
          <p:cNvSpPr txBox="1"/>
          <p:nvPr/>
        </p:nvSpPr>
        <p:spPr>
          <a:xfrm>
            <a:off x="473978" y="3808602"/>
            <a:ext cx="413157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These solutions however produce once again an imbalanced response of the control variable, </a:t>
            </a:r>
          </a:p>
          <a:p>
            <a:r>
              <a:rPr lang="en-US" sz="1600" kern="0" dirty="0">
                <a:solidFill>
                  <a:srgbClr val="000000"/>
                </a:solidFill>
                <a:latin typeface="Calibri" panose="020F0502020204030204" pitchFamily="34" charset="0"/>
              </a:rPr>
              <a:t>Modify those gains by some magic and tons of errors..</a:t>
            </a: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6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to get a better-distributed stress in the network while still fulfilling the requirements</a:t>
            </a:r>
          </a:p>
          <a:p>
            <a:endParaRPr lang="en-US" sz="1600" kern="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Kp1 = 0.520</a:t>
            </a: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Kp2 = 0.135</a:t>
            </a: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Kp3 = 0.595 </a:t>
            </a:r>
          </a:p>
          <a:p>
            <a:pPr marL="0" indent="0">
              <a:buNone/>
            </a:pPr>
            <a:r>
              <a:rPr lang="it-IT" sz="1600" b="1" dirty="0">
                <a:solidFill>
                  <a:srgbClr val="00B050"/>
                </a:solidFill>
              </a:rPr>
              <a:t>Ks = 0.0129</a:t>
            </a:r>
          </a:p>
          <a:p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3058932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7E821950-E9BE-AA0D-B259-9305087A3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99" y="323975"/>
            <a:ext cx="4815132" cy="2683453"/>
          </a:xfrm>
        </p:spPr>
      </p:pic>
      <p:pic>
        <p:nvPicPr>
          <p:cNvPr id="7" name="Immagine 6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F602E677-F13D-13FC-D842-6B99FF04F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8962" y="108716"/>
            <a:ext cx="5113518" cy="3113969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9" name="Immagine 8" descr="Immagine che contiene testo, diagramma, Diagramma, linea&#10;&#10;Descrizione generata automaticamente">
            <a:extLst>
              <a:ext uri="{FF2B5EF4-FFF2-40B4-BE49-F238E27FC236}">
                <a16:creationId xmlns:a16="http://schemas.microsoft.com/office/drawing/2014/main" id="{781194D4-056A-FED7-3682-FDEE2DB45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20" y="3635316"/>
            <a:ext cx="5044011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13" name="Immagine 12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7D0F7DDF-6777-7A39-FCA0-E47E21DC04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35316"/>
            <a:ext cx="5099443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2F813FA-5E9C-F000-F5FD-634162A0698B}"/>
              </a:ext>
            </a:extLst>
          </p:cNvPr>
          <p:cNvSpPr txBox="1"/>
          <p:nvPr/>
        </p:nvSpPr>
        <p:spPr>
          <a:xfrm>
            <a:off x="1935882" y="3809907"/>
            <a:ext cx="16908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Primary control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755896F-1F45-B764-0FC4-79CBE473436C}"/>
              </a:ext>
            </a:extLst>
          </p:cNvPr>
          <p:cNvSpPr txBox="1"/>
          <p:nvPr/>
        </p:nvSpPr>
        <p:spPr>
          <a:xfrm>
            <a:off x="7802015" y="4508290"/>
            <a:ext cx="176639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Secondary control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2E3101E-927E-EE05-9CBF-568FEB2C1670}"/>
              </a:ext>
            </a:extLst>
          </p:cNvPr>
          <p:cNvSpPr txBox="1"/>
          <p:nvPr/>
        </p:nvSpPr>
        <p:spPr>
          <a:xfrm>
            <a:off x="6883078" y="158143"/>
            <a:ext cx="15702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070C0"/>
                </a:solidFill>
              </a:rPr>
              <a:t>Frequency error</a:t>
            </a:r>
          </a:p>
        </p:txBody>
      </p:sp>
    </p:spTree>
    <p:extLst>
      <p:ext uri="{BB962C8B-B14F-4D97-AF65-F5344CB8AC3E}">
        <p14:creationId xmlns:p14="http://schemas.microsoft.com/office/powerpoint/2010/main" val="135299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87E658-972C-3878-9152-963908EC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3713"/>
            <a:ext cx="10515600" cy="1178449"/>
          </a:xfrm>
        </p:spPr>
        <p:txBody>
          <a:bodyPr>
            <a:normAutofit/>
          </a:bodyPr>
          <a:lstStyle/>
          <a:p>
            <a:r>
              <a:rPr lang="it-IT" sz="3200" b="1" dirty="0">
                <a:solidFill>
                  <a:srgbClr val="C00000"/>
                </a:solidFill>
              </a:rPr>
              <a:t>Configuration B, Optimization</a:t>
            </a:r>
            <a:endParaRPr lang="it-IT" sz="32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EEC79E-E0DC-2E46-2E81-06D13FB33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10" y="795487"/>
            <a:ext cx="11767788" cy="5755920"/>
          </a:xfrm>
        </p:spPr>
        <p:txBody>
          <a:bodyPr/>
          <a:lstStyle/>
          <a:p>
            <a:pPr marL="0" indent="0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(G1,G2,G3 feeding L1+L2*L3*L4)</a:t>
            </a:r>
          </a:p>
          <a:p>
            <a:pPr marL="0" indent="0"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G3: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g3,min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22.5 MW    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150 MW		</a:t>
            </a:r>
            <a:endParaRPr lang="it-IT" dirty="0"/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CFFA83B1-99E3-84AA-2020-8C1250959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678072"/>
              </p:ext>
            </p:extLst>
          </p:nvPr>
        </p:nvGraphicFramePr>
        <p:xfrm>
          <a:off x="4965673" y="795487"/>
          <a:ext cx="6467585" cy="78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248">
                  <a:extLst>
                    <a:ext uri="{9D8B030D-6E8A-4147-A177-3AD203B41FA5}">
                      <a16:colId xmlns:a16="http://schemas.microsoft.com/office/drawing/2014/main" val="3946018888"/>
                    </a:ext>
                  </a:extLst>
                </a:gridCol>
                <a:gridCol w="1008960">
                  <a:extLst>
                    <a:ext uri="{9D8B030D-6E8A-4147-A177-3AD203B41FA5}">
                      <a16:colId xmlns:a16="http://schemas.microsoft.com/office/drawing/2014/main" val="988235690"/>
                    </a:ext>
                  </a:extLst>
                </a:gridCol>
                <a:gridCol w="850832">
                  <a:extLst>
                    <a:ext uri="{9D8B030D-6E8A-4147-A177-3AD203B41FA5}">
                      <a16:colId xmlns:a16="http://schemas.microsoft.com/office/drawing/2014/main" val="938482608"/>
                    </a:ext>
                  </a:extLst>
                </a:gridCol>
                <a:gridCol w="943739">
                  <a:extLst>
                    <a:ext uri="{9D8B030D-6E8A-4147-A177-3AD203B41FA5}">
                      <a16:colId xmlns:a16="http://schemas.microsoft.com/office/drawing/2014/main" val="1362428896"/>
                    </a:ext>
                  </a:extLst>
                </a:gridCol>
                <a:gridCol w="1002417">
                  <a:extLst>
                    <a:ext uri="{9D8B030D-6E8A-4147-A177-3AD203B41FA5}">
                      <a16:colId xmlns:a16="http://schemas.microsoft.com/office/drawing/2014/main" val="3634324767"/>
                    </a:ext>
                  </a:extLst>
                </a:gridCol>
                <a:gridCol w="1021977">
                  <a:extLst>
                    <a:ext uri="{9D8B030D-6E8A-4147-A177-3AD203B41FA5}">
                      <a16:colId xmlns:a16="http://schemas.microsoft.com/office/drawing/2014/main" val="2806958689"/>
                    </a:ext>
                  </a:extLst>
                </a:gridCol>
                <a:gridCol w="1033412">
                  <a:extLst>
                    <a:ext uri="{9D8B030D-6E8A-4147-A177-3AD203B41FA5}">
                      <a16:colId xmlns:a16="http://schemas.microsoft.com/office/drawing/2014/main" val="2742857142"/>
                    </a:ext>
                  </a:extLst>
                </a:gridCol>
              </a:tblGrid>
              <a:tr h="393904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875538"/>
                  </a:ext>
                </a:extLst>
              </a:tr>
              <a:tr h="393904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rgbClr val="0070C0"/>
                          </a:solidFill>
                        </a:rP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887333"/>
                  </a:ext>
                </a:extLst>
              </a:tr>
            </a:tbl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47679D9C-D43B-A52B-0333-FBF605CF7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00" y="1894038"/>
            <a:ext cx="7085143" cy="258512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1893B7-1984-E4EA-415A-9B694CBFC17D}"/>
              </a:ext>
            </a:extLst>
          </p:cNvPr>
          <p:cNvSpPr txBox="1"/>
          <p:nvPr/>
        </p:nvSpPr>
        <p:spPr>
          <a:xfrm>
            <a:off x="7328516" y="2326131"/>
            <a:ext cx="4499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[170,200]    -&gt; (G2+G3, G1+G3, G1+G2+G3)  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800" b="1" kern="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[200,240]    -&gt; (G1+G3, G1+G2+G3) 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D24D967-5C46-8F2F-730A-BD516FF8B7FD}"/>
              </a:ext>
            </a:extLst>
          </p:cNvPr>
          <p:cNvSpPr txBox="1"/>
          <p:nvPr/>
        </p:nvSpPr>
        <p:spPr>
          <a:xfrm>
            <a:off x="202602" y="4871848"/>
            <a:ext cx="1091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We cosider the point of view of a producer with expenditure only on G1 and G3, that can fix power given by G2 (given by another producer) </a:t>
            </a:r>
            <a:r>
              <a:rPr lang="en-US" dirty="0"/>
              <a:t>without</a:t>
            </a:r>
            <a:r>
              <a:rPr lang="it-IT" dirty="0"/>
              <a:t> caring about its cost rate. </a:t>
            </a:r>
          </a:p>
        </p:txBody>
      </p:sp>
    </p:spTree>
    <p:extLst>
      <p:ext uri="{BB962C8B-B14F-4D97-AF65-F5344CB8AC3E}">
        <p14:creationId xmlns:p14="http://schemas.microsoft.com/office/powerpoint/2010/main" val="1257816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56452F-5D3C-7097-5D28-32F585727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82" y="208625"/>
            <a:ext cx="11207318" cy="5968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kern="1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Optimzation problem </a:t>
            </a:r>
            <a:r>
              <a:rPr lang="en-US" sz="1800" kern="1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(in KKT formulation)</a:t>
            </a:r>
            <a:endParaRPr lang="en-US" sz="1800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0.5 + 1.5*(P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-95)</a:t>
            </a:r>
            <a:r>
              <a:rPr lang="en-US" sz="1800" kern="100" baseline="30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1.5 +4*(P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-140)</a:t>
            </a:r>
            <a:r>
              <a:rPr lang="en-US" sz="1800" kern="100" baseline="30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(neglect c</a:t>
            </a:r>
            <a:r>
              <a:rPr lang="en-US" sz="1800" kern="100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the cost function, as we pointed out)</a:t>
            </a:r>
            <a:endParaRPr lang="it-IT" sz="1800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=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g1,min				</a:t>
            </a:r>
            <a:r>
              <a:rPr lang="en-US" sz="1800" kern="100" baseline="-25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                </a:t>
            </a:r>
            <a:r>
              <a:rPr lang="en-US" sz="2400" b="1" kern="100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MAXIMA:</a:t>
            </a:r>
            <a:endParaRPr lang="it-IT" sz="24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g1,max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g1			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g2,max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g2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g3,min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g3,max 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</a:t>
            </a:r>
            <a:r>
              <a:rPr lang="en-US" sz="1800" kern="100" baseline="-250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g3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L=</a:t>
            </a:r>
            <a:r>
              <a:rPr lang="en-US" sz="1800" i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λ*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+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μ*h       (Lagrangian)     </a:t>
            </a:r>
            <a:endParaRPr lang="it-IT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parts only if G3 is active,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when G1 is active)</a:t>
            </a:r>
            <a:endParaRPr lang="it-IT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53D4C5-4736-D4FF-9621-A7DEA5506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824" y="1787356"/>
            <a:ext cx="4481928" cy="458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337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ella 15">
                <a:extLst>
                  <a:ext uri="{FF2B5EF4-FFF2-40B4-BE49-F238E27FC236}">
                    <a16:creationId xmlns:a16="http://schemas.microsoft.com/office/drawing/2014/main" id="{4821E93C-6DD7-FB28-C4E4-3522068880E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83062838"/>
                  </p:ext>
                </p:extLst>
              </p:nvPr>
            </p:nvGraphicFramePr>
            <p:xfrm>
              <a:off x="230079" y="671529"/>
              <a:ext cx="10738278" cy="261683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193142">
                      <a:extLst>
                        <a:ext uri="{9D8B030D-6E8A-4147-A177-3AD203B41FA5}">
                          <a16:colId xmlns:a16="http://schemas.microsoft.com/office/drawing/2014/main" val="308943479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93675775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35638979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91219753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43920566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62688650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73070904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13015018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0946924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tBias</m:t>
                                </m:r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1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tBias</m:t>
                                </m:r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2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it-IT" b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it-IT" dirty="0" smtClean="0"/>
                                  <m:t>tBias</m:t>
                                </m:r>
                                <m:r>
                                  <m:rPr>
                                    <m:nor/>
                                  </m:rPr>
                                  <a:rPr lang="it-IT" b="1" i="0" dirty="0" smtClean="0"/>
                                  <m:t>3</m:t>
                                </m:r>
                              </m:oMath>
                            </m:oMathPara>
                          </a14:m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28009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037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6545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91.36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138.64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29.27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4883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76.82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548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139.32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8.82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2750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27794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ella 15">
                <a:extLst>
                  <a:ext uri="{FF2B5EF4-FFF2-40B4-BE49-F238E27FC236}">
                    <a16:creationId xmlns:a16="http://schemas.microsoft.com/office/drawing/2014/main" id="{4821E93C-6DD7-FB28-C4E4-3522068880E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83062838"/>
                  </p:ext>
                </p:extLst>
              </p:nvPr>
            </p:nvGraphicFramePr>
            <p:xfrm>
              <a:off x="230079" y="671529"/>
              <a:ext cx="10738278" cy="2616835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193142">
                      <a:extLst>
                        <a:ext uri="{9D8B030D-6E8A-4147-A177-3AD203B41FA5}">
                          <a16:colId xmlns:a16="http://schemas.microsoft.com/office/drawing/2014/main" val="308943479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93675775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356389798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91219753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439205662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626886505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173070904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130150184"/>
                        </a:ext>
                      </a:extLst>
                    </a:gridCol>
                    <a:gridCol w="1193142">
                      <a:extLst>
                        <a:ext uri="{9D8B030D-6E8A-4147-A177-3AD203B41FA5}">
                          <a16:colId xmlns:a16="http://schemas.microsoft.com/office/drawing/2014/main" val="3094692410"/>
                        </a:ext>
                      </a:extLst>
                    </a:gridCol>
                  </a:tblGrid>
                  <a:tr h="391795">
                    <a:tc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100510" t="-7813" r="-70153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200510" t="-7813" r="-60153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300510" t="-7813" r="-50153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402564" t="-7813" r="-404103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7813" r="-30204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7813" r="-202041" b="-595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Cost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Combin.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928009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037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76545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91.36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138.64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29.27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4883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76.82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0.77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683.2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5487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93.18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7.5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139.32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8.82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G1+G2+G3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2750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b="1" dirty="0"/>
                            <a:t>S6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b="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0.93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1.5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dirty="0"/>
                            <a:t>G2+G3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27794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D8E841F-96F7-F3C2-0175-67947E2DB758}"/>
              </a:ext>
            </a:extLst>
          </p:cNvPr>
          <p:cNvSpPr txBox="1"/>
          <p:nvPr/>
        </p:nvSpPr>
        <p:spPr>
          <a:xfrm>
            <a:off x="377301" y="146482"/>
            <a:ext cx="6183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Summing up the optimization results: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B8840514-949D-7CDF-43D9-50062BD92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88" y="3486600"/>
            <a:ext cx="6193598" cy="3224918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D7642D3-8D27-1DD1-9F25-89E54FE9C69B}"/>
              </a:ext>
            </a:extLst>
          </p:cNvPr>
          <p:cNvSpPr txBox="1"/>
          <p:nvPr/>
        </p:nvSpPr>
        <p:spPr>
          <a:xfrm>
            <a:off x="459129" y="4047281"/>
            <a:ext cx="37772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Once computed the tertiary bias, using the control tuned previously, we can simulate our optimal tertiary bias as done before. </a:t>
            </a:r>
          </a:p>
        </p:txBody>
      </p:sp>
    </p:spTree>
    <p:extLst>
      <p:ext uri="{BB962C8B-B14F-4D97-AF65-F5344CB8AC3E}">
        <p14:creationId xmlns:p14="http://schemas.microsoft.com/office/powerpoint/2010/main" val="1634671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A401EAB7-42C8-6AA1-9890-B93F368FC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04" y="1655903"/>
            <a:ext cx="5370337" cy="3546194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7" name="Immagine 6" descr="Immagine che contiene testo, linea, diagramma, Diagramma&#10;&#10;Descrizione generata automaticamente">
            <a:extLst>
              <a:ext uri="{FF2B5EF4-FFF2-40B4-BE49-F238E27FC236}">
                <a16:creationId xmlns:a16="http://schemas.microsoft.com/office/drawing/2014/main" id="{5132E44C-80D1-7C3B-B922-381778C16D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1"/>
          <a:stretch/>
        </p:blipFill>
        <p:spPr>
          <a:xfrm>
            <a:off x="6158873" y="223777"/>
            <a:ext cx="4693419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pic>
        <p:nvPicPr>
          <p:cNvPr id="9" name="Immagine 8" descr="Immagine che contiene diagramma, linea, testo, schermata&#10;&#10;Descrizione generata automaticamente">
            <a:extLst>
              <a:ext uri="{FF2B5EF4-FFF2-40B4-BE49-F238E27FC236}">
                <a16:creationId xmlns:a16="http://schemas.microsoft.com/office/drawing/2014/main" id="{20DB1331-BBC3-7DE7-8905-F4B40B379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367" y="3610925"/>
            <a:ext cx="4626430" cy="3060000"/>
          </a:xfrm>
          <a:prstGeom prst="rect">
            <a:avLst/>
          </a:prstGeom>
          <a:ln w="5080">
            <a:solidFill>
              <a:schemeClr val="accent1"/>
            </a:solidFill>
          </a:ln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7CE1E20-C157-D4BA-6E1E-E295F795B68F}"/>
              </a:ext>
            </a:extLst>
          </p:cNvPr>
          <p:cNvSpPr txBox="1"/>
          <p:nvPr/>
        </p:nvSpPr>
        <p:spPr>
          <a:xfrm>
            <a:off x="7815822" y="258125"/>
            <a:ext cx="16908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Primary control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E4583A-A0C7-21A2-F79C-1F982D65FEBE}"/>
              </a:ext>
            </a:extLst>
          </p:cNvPr>
          <p:cNvSpPr txBox="1"/>
          <p:nvPr/>
        </p:nvSpPr>
        <p:spPr>
          <a:xfrm>
            <a:off x="7693985" y="4068452"/>
            <a:ext cx="176639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0070C0"/>
                </a:solidFill>
              </a:rPr>
              <a:t>Secondary control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1319F88-E45A-6F4D-1554-7F9CC8D3144E}"/>
              </a:ext>
            </a:extLst>
          </p:cNvPr>
          <p:cNvSpPr txBox="1"/>
          <p:nvPr/>
        </p:nvSpPr>
        <p:spPr>
          <a:xfrm>
            <a:off x="2317022" y="1769210"/>
            <a:ext cx="15702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0070C0"/>
                </a:solidFill>
              </a:rPr>
              <a:t>Frequency error</a:t>
            </a:r>
          </a:p>
        </p:txBody>
      </p:sp>
    </p:spTree>
    <p:extLst>
      <p:ext uri="{BB962C8B-B14F-4D97-AF65-F5344CB8AC3E}">
        <p14:creationId xmlns:p14="http://schemas.microsoft.com/office/powerpoint/2010/main" val="26041449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1400</Words>
  <Application>Microsoft Office PowerPoint</Application>
  <PresentationFormat>Widescreen</PresentationFormat>
  <Paragraphs>339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Courier New</vt:lpstr>
      <vt:lpstr>LiberationSans</vt:lpstr>
      <vt:lpstr>Tema di Office</vt:lpstr>
      <vt:lpstr> Automation of Energy Systems Project for the academic year 2022/2023   Alessandro Puglisi, Nicolò Spinelli, Riccardo Mondin, Davide Pizzocheri</vt:lpstr>
      <vt:lpstr>Configuration A, Control</vt:lpstr>
      <vt:lpstr>Presentazione standard di PowerPoint</vt:lpstr>
      <vt:lpstr>Presentazione standard di PowerPoint</vt:lpstr>
      <vt:lpstr>Presentazione standard di PowerPoint</vt:lpstr>
      <vt:lpstr>Configuration A, Optimization</vt:lpstr>
      <vt:lpstr>Presentazione standard di PowerPoint</vt:lpstr>
      <vt:lpstr>Presentazione standard di PowerPoint</vt:lpstr>
      <vt:lpstr>Presentazione standard di PowerPoint</vt:lpstr>
      <vt:lpstr>Configuration B, Control  </vt:lpstr>
      <vt:lpstr>Presentazione standard di PowerPoint</vt:lpstr>
      <vt:lpstr>Configuration B, Optimization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Automation of Energy Systems Project for the academic year 2022/2023   Alessandro Puglisi, Nicolò Spinelli, Riccardo Mondin, Davide Pizzocheri</dc:title>
  <dc:creator>Alessandro Puglisi</dc:creator>
  <cp:lastModifiedBy>Alessandro Puglisi</cp:lastModifiedBy>
  <cp:revision>1</cp:revision>
  <dcterms:created xsi:type="dcterms:W3CDTF">2023-06-04T21:14:14Z</dcterms:created>
  <dcterms:modified xsi:type="dcterms:W3CDTF">2023-06-14T20:34:34Z</dcterms:modified>
</cp:coreProperties>
</file>