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DCE5"/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03807B-F996-4EC7-A926-23767876B6E3}" v="1" dt="2023-06-15T12:40:21.437"/>
    <p1510:client id="{89A0F1A0-98ED-4080-AAAF-517F9C24D1DE}" v="241" dt="2023-06-15T09:19:24.1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Stile medio 2 - Color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68" autoAdjust="0"/>
    <p:restoredTop sz="94667" autoAdjust="0"/>
  </p:normalViewPr>
  <p:slideViewPr>
    <p:cSldViewPr snapToGrid="0">
      <p:cViewPr varScale="1">
        <p:scale>
          <a:sx n="98" d="100"/>
          <a:sy n="98" d="100"/>
        </p:scale>
        <p:origin x="542" y="3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91" d="100"/>
          <a:sy n="91" d="100"/>
        </p:scale>
        <p:origin x="2088" y="-31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ssandro Puglisi" userId="858cc4a1209dfa0b" providerId="LiveId" clId="{5803807B-F996-4EC7-A926-23767876B6E3}"/>
    <pc:docChg chg="modSld">
      <pc:chgData name="Alessandro Puglisi" userId="858cc4a1209dfa0b" providerId="LiveId" clId="{5803807B-F996-4EC7-A926-23767876B6E3}" dt="2023-06-15T12:40:21.437" v="1"/>
      <pc:docMkLst>
        <pc:docMk/>
      </pc:docMkLst>
      <pc:sldChg chg="modTransition">
        <pc:chgData name="Alessandro Puglisi" userId="858cc4a1209dfa0b" providerId="LiveId" clId="{5803807B-F996-4EC7-A926-23767876B6E3}" dt="2023-06-15T12:40:21.437" v="1"/>
        <pc:sldMkLst>
          <pc:docMk/>
          <pc:sldMk cId="2839265131" sldId="256"/>
        </pc:sldMkLst>
      </pc:sldChg>
      <pc:sldChg chg="modTransition">
        <pc:chgData name="Alessandro Puglisi" userId="858cc4a1209dfa0b" providerId="LiveId" clId="{5803807B-F996-4EC7-A926-23767876B6E3}" dt="2023-06-15T12:40:21.437" v="1"/>
        <pc:sldMkLst>
          <pc:docMk/>
          <pc:sldMk cId="2528948478" sldId="257"/>
        </pc:sldMkLst>
      </pc:sldChg>
      <pc:sldChg chg="modTransition">
        <pc:chgData name="Alessandro Puglisi" userId="858cc4a1209dfa0b" providerId="LiveId" clId="{5803807B-F996-4EC7-A926-23767876B6E3}" dt="2023-06-15T12:40:21.437" v="1"/>
        <pc:sldMkLst>
          <pc:docMk/>
          <pc:sldMk cId="1102008575" sldId="258"/>
        </pc:sldMkLst>
      </pc:sldChg>
      <pc:sldChg chg="modTransition">
        <pc:chgData name="Alessandro Puglisi" userId="858cc4a1209dfa0b" providerId="LiveId" clId="{5803807B-F996-4EC7-A926-23767876B6E3}" dt="2023-06-15T12:40:21.437" v="1"/>
        <pc:sldMkLst>
          <pc:docMk/>
          <pc:sldMk cId="1312468078" sldId="259"/>
        </pc:sldMkLst>
      </pc:sldChg>
      <pc:sldChg chg="modTransition">
        <pc:chgData name="Alessandro Puglisi" userId="858cc4a1209dfa0b" providerId="LiveId" clId="{5803807B-F996-4EC7-A926-23767876B6E3}" dt="2023-06-15T12:40:21.437" v="1"/>
        <pc:sldMkLst>
          <pc:docMk/>
          <pc:sldMk cId="2428687601" sldId="260"/>
        </pc:sldMkLst>
      </pc:sldChg>
      <pc:sldChg chg="modTransition">
        <pc:chgData name="Alessandro Puglisi" userId="858cc4a1209dfa0b" providerId="LiveId" clId="{5803807B-F996-4EC7-A926-23767876B6E3}" dt="2023-06-15T12:40:21.437" v="1"/>
        <pc:sldMkLst>
          <pc:docMk/>
          <pc:sldMk cId="3369938643" sldId="261"/>
        </pc:sldMkLst>
      </pc:sldChg>
      <pc:sldChg chg="modTransition">
        <pc:chgData name="Alessandro Puglisi" userId="858cc4a1209dfa0b" providerId="LiveId" clId="{5803807B-F996-4EC7-A926-23767876B6E3}" dt="2023-06-15T12:40:21.437" v="1"/>
        <pc:sldMkLst>
          <pc:docMk/>
          <pc:sldMk cId="1219509894" sldId="262"/>
        </pc:sldMkLst>
      </pc:sldChg>
      <pc:sldChg chg="modTransition">
        <pc:chgData name="Alessandro Puglisi" userId="858cc4a1209dfa0b" providerId="LiveId" clId="{5803807B-F996-4EC7-A926-23767876B6E3}" dt="2023-06-15T12:40:21.437" v="1"/>
        <pc:sldMkLst>
          <pc:docMk/>
          <pc:sldMk cId="3616350804" sldId="263"/>
        </pc:sldMkLst>
      </pc:sldChg>
      <pc:sldChg chg="modTransition">
        <pc:chgData name="Alessandro Puglisi" userId="858cc4a1209dfa0b" providerId="LiveId" clId="{5803807B-F996-4EC7-A926-23767876B6E3}" dt="2023-06-15T12:40:21.437" v="1"/>
        <pc:sldMkLst>
          <pc:docMk/>
          <pc:sldMk cId="1376624674" sldId="264"/>
        </pc:sldMkLst>
      </pc:sldChg>
      <pc:sldChg chg="modTransition">
        <pc:chgData name="Alessandro Puglisi" userId="858cc4a1209dfa0b" providerId="LiveId" clId="{5803807B-F996-4EC7-A926-23767876B6E3}" dt="2023-06-15T12:40:21.437" v="1"/>
        <pc:sldMkLst>
          <pc:docMk/>
          <pc:sldMk cId="3058932600" sldId="265"/>
        </pc:sldMkLst>
      </pc:sldChg>
      <pc:sldChg chg="modTransition">
        <pc:chgData name="Alessandro Puglisi" userId="858cc4a1209dfa0b" providerId="LiveId" clId="{5803807B-F996-4EC7-A926-23767876B6E3}" dt="2023-06-15T12:40:21.437" v="1"/>
        <pc:sldMkLst>
          <pc:docMk/>
          <pc:sldMk cId="1352997059" sldId="266"/>
        </pc:sldMkLst>
      </pc:sldChg>
      <pc:sldChg chg="modTransition">
        <pc:chgData name="Alessandro Puglisi" userId="858cc4a1209dfa0b" providerId="LiveId" clId="{5803807B-F996-4EC7-A926-23767876B6E3}" dt="2023-06-15T12:40:21.437" v="1"/>
        <pc:sldMkLst>
          <pc:docMk/>
          <pc:sldMk cId="1257816287" sldId="267"/>
        </pc:sldMkLst>
      </pc:sldChg>
      <pc:sldChg chg="modTransition">
        <pc:chgData name="Alessandro Puglisi" userId="858cc4a1209dfa0b" providerId="LiveId" clId="{5803807B-F996-4EC7-A926-23767876B6E3}" dt="2023-06-15T12:40:21.437" v="1"/>
        <pc:sldMkLst>
          <pc:docMk/>
          <pc:sldMk cId="2715337326" sldId="268"/>
        </pc:sldMkLst>
      </pc:sldChg>
      <pc:sldChg chg="modTransition">
        <pc:chgData name="Alessandro Puglisi" userId="858cc4a1209dfa0b" providerId="LiveId" clId="{5803807B-F996-4EC7-A926-23767876B6E3}" dt="2023-06-15T12:40:21.437" v="1"/>
        <pc:sldMkLst>
          <pc:docMk/>
          <pc:sldMk cId="1634671848" sldId="269"/>
        </pc:sldMkLst>
      </pc:sldChg>
      <pc:sldChg chg="modTransition">
        <pc:chgData name="Alessandro Puglisi" userId="858cc4a1209dfa0b" providerId="LiveId" clId="{5803807B-F996-4EC7-A926-23767876B6E3}" dt="2023-06-15T12:40:21.437" v="1"/>
        <pc:sldMkLst>
          <pc:docMk/>
          <pc:sldMk cId="2604144910" sldId="270"/>
        </pc:sldMkLst>
      </pc:sldChg>
      <pc:sldChg chg="delSp modSp mod modTransition modAnim">
        <pc:chgData name="Alessandro Puglisi" userId="858cc4a1209dfa0b" providerId="LiveId" clId="{5803807B-F996-4EC7-A926-23767876B6E3}" dt="2023-06-15T12:40:21.437" v="1"/>
        <pc:sldMkLst>
          <pc:docMk/>
          <pc:sldMk cId="2249005400" sldId="272"/>
        </pc:sldMkLst>
        <pc:picChg chg="del mod">
          <ac:chgData name="Alessandro Puglisi" userId="858cc4a1209dfa0b" providerId="LiveId" clId="{5803807B-F996-4EC7-A926-23767876B6E3}" dt="2023-06-15T12:40:21.437" v="1"/>
          <ac:picMkLst>
            <pc:docMk/>
            <pc:sldMk cId="2249005400" sldId="272"/>
            <ac:picMk id="13" creationId="{936E3D41-DEC6-80E1-1545-E2621C5D81E8}"/>
          </ac:picMkLst>
        </pc:picChg>
      </pc:sldChg>
      <pc:sldChg chg="delSp modTransition modAnim">
        <pc:chgData name="Alessandro Puglisi" userId="858cc4a1209dfa0b" providerId="LiveId" clId="{5803807B-F996-4EC7-A926-23767876B6E3}" dt="2023-06-15T12:40:21.437" v="1"/>
        <pc:sldMkLst>
          <pc:docMk/>
          <pc:sldMk cId="2656865464" sldId="273"/>
        </pc:sldMkLst>
        <pc:picChg chg="del">
          <ac:chgData name="Alessandro Puglisi" userId="858cc4a1209dfa0b" providerId="LiveId" clId="{5803807B-F996-4EC7-A926-23767876B6E3}" dt="2023-06-15T12:40:21.437" v="1"/>
          <ac:picMkLst>
            <pc:docMk/>
            <pc:sldMk cId="2656865464" sldId="273"/>
            <ac:picMk id="10" creationId="{6F64F4E9-A5C0-C27C-6423-C6205B3D67D4}"/>
          </ac:picMkLst>
        </pc:picChg>
      </pc:sldChg>
      <pc:sldChg chg="delSp modTransition modAnim">
        <pc:chgData name="Alessandro Puglisi" userId="858cc4a1209dfa0b" providerId="LiveId" clId="{5803807B-F996-4EC7-A926-23767876B6E3}" dt="2023-06-15T12:40:21.437" v="1"/>
        <pc:sldMkLst>
          <pc:docMk/>
          <pc:sldMk cId="2320596288" sldId="274"/>
        </pc:sldMkLst>
        <pc:picChg chg="del">
          <ac:chgData name="Alessandro Puglisi" userId="858cc4a1209dfa0b" providerId="LiveId" clId="{5803807B-F996-4EC7-A926-23767876B6E3}" dt="2023-06-15T12:40:21.437" v="1"/>
          <ac:picMkLst>
            <pc:docMk/>
            <pc:sldMk cId="2320596288" sldId="274"/>
            <ac:picMk id="5" creationId="{16859D2E-C70C-B96A-2801-E16016C33BC0}"/>
          </ac:picMkLst>
        </pc:picChg>
      </pc:sldChg>
      <pc:sldChg chg="delSp modTransition modAnim">
        <pc:chgData name="Alessandro Puglisi" userId="858cc4a1209dfa0b" providerId="LiveId" clId="{5803807B-F996-4EC7-A926-23767876B6E3}" dt="2023-06-15T12:40:21.437" v="1"/>
        <pc:sldMkLst>
          <pc:docMk/>
          <pc:sldMk cId="3382104619" sldId="275"/>
        </pc:sldMkLst>
        <pc:picChg chg="del">
          <ac:chgData name="Alessandro Puglisi" userId="858cc4a1209dfa0b" providerId="LiveId" clId="{5803807B-F996-4EC7-A926-23767876B6E3}" dt="2023-06-15T12:40:21.437" v="1"/>
          <ac:picMkLst>
            <pc:docMk/>
            <pc:sldMk cId="3382104619" sldId="275"/>
            <ac:picMk id="3" creationId="{EEE3D0E6-6BAE-0F19-1484-5E3ABE6686F8}"/>
          </ac:picMkLst>
        </pc:picChg>
      </pc:sldChg>
    </pc:docChg>
  </pc:docChgLst>
  <pc:docChgLst>
    <pc:chgData name="Alessandro Puglisi" userId="858cc4a1209dfa0b" providerId="LiveId" clId="{89A0F1A0-98ED-4080-AAAF-517F9C24D1DE}"/>
    <pc:docChg chg="undo custSel addSld delSld modSld">
      <pc:chgData name="Alessandro Puglisi" userId="858cc4a1209dfa0b" providerId="LiveId" clId="{89A0F1A0-98ED-4080-AAAF-517F9C24D1DE}" dt="2023-06-15T09:19:24.124" v="669"/>
      <pc:docMkLst>
        <pc:docMk/>
      </pc:docMkLst>
      <pc:sldChg chg="addSp delSp modSp mod modTransition delAnim modAnim">
        <pc:chgData name="Alessandro Puglisi" userId="858cc4a1209dfa0b" providerId="LiveId" clId="{89A0F1A0-98ED-4080-AAAF-517F9C24D1DE}" dt="2023-06-15T09:09:13.988" v="664"/>
        <pc:sldMkLst>
          <pc:docMk/>
          <pc:sldMk cId="2839265131" sldId="256"/>
        </pc:sldMkLst>
        <pc:picChg chg="add del mod">
          <ac:chgData name="Alessandro Puglisi" userId="858cc4a1209dfa0b" providerId="LiveId" clId="{89A0F1A0-98ED-4080-AAAF-517F9C24D1DE}" dt="2023-06-14T19:44:21.854" v="501"/>
          <ac:picMkLst>
            <pc:docMk/>
            <pc:sldMk cId="2839265131" sldId="256"/>
            <ac:picMk id="4" creationId="{F5388B82-B93D-B7AE-45F9-BF53BECF55ED}"/>
          </ac:picMkLst>
        </pc:picChg>
        <pc:picChg chg="add del mod ord">
          <ac:chgData name="Alessandro Puglisi" userId="858cc4a1209dfa0b" providerId="LiveId" clId="{89A0F1A0-98ED-4080-AAAF-517F9C24D1DE}" dt="2023-06-14T19:44:31.541" v="502"/>
          <ac:picMkLst>
            <pc:docMk/>
            <pc:sldMk cId="2839265131" sldId="256"/>
            <ac:picMk id="5" creationId="{F2F4A019-E1EE-F67A-EA9A-49FC83D53F9D}"/>
          </ac:picMkLst>
        </pc:picChg>
        <pc:picChg chg="add del mod">
          <ac:chgData name="Alessandro Puglisi" userId="858cc4a1209dfa0b" providerId="LiveId" clId="{89A0F1A0-98ED-4080-AAAF-517F9C24D1DE}" dt="2023-06-14T19:45:01.497" v="507"/>
          <ac:picMkLst>
            <pc:docMk/>
            <pc:sldMk cId="2839265131" sldId="256"/>
            <ac:picMk id="6" creationId="{2EFA6BF0-5657-0B7F-6164-22F2DC182F25}"/>
          </ac:picMkLst>
        </pc:picChg>
        <pc:picChg chg="add del mod ord">
          <ac:chgData name="Alessandro Puglisi" userId="858cc4a1209dfa0b" providerId="LiveId" clId="{89A0F1A0-98ED-4080-AAAF-517F9C24D1DE}" dt="2023-06-14T19:45:05.558" v="508"/>
          <ac:picMkLst>
            <pc:docMk/>
            <pc:sldMk cId="2839265131" sldId="256"/>
            <ac:picMk id="7" creationId="{CB827E68-54A7-9C3B-DC7B-389683DCA047}"/>
          </ac:picMkLst>
        </pc:picChg>
        <pc:picChg chg="add del mod">
          <ac:chgData name="Alessandro Puglisi" userId="858cc4a1209dfa0b" providerId="LiveId" clId="{89A0F1A0-98ED-4080-AAAF-517F9C24D1DE}" dt="2023-06-14T19:49:18.391" v="533"/>
          <ac:picMkLst>
            <pc:docMk/>
            <pc:sldMk cId="2839265131" sldId="256"/>
            <ac:picMk id="8" creationId="{D1894E11-05E0-FED4-45D4-57754581B313}"/>
          </ac:picMkLst>
        </pc:picChg>
        <pc:picChg chg="add del mod ord">
          <ac:chgData name="Alessandro Puglisi" userId="858cc4a1209dfa0b" providerId="LiveId" clId="{89A0F1A0-98ED-4080-AAAF-517F9C24D1DE}" dt="2023-06-14T22:30:56.463" v="550" actId="478"/>
          <ac:picMkLst>
            <pc:docMk/>
            <pc:sldMk cId="2839265131" sldId="256"/>
            <ac:picMk id="11" creationId="{14E178CC-B401-DDC0-6883-0305688C2D67}"/>
          </ac:picMkLst>
        </pc:picChg>
        <pc:picChg chg="add mod">
          <ac:chgData name="Alessandro Puglisi" userId="858cc4a1209dfa0b" providerId="LiveId" clId="{89A0F1A0-98ED-4080-AAAF-517F9C24D1DE}" dt="2023-06-14T19:48:45.492" v="529"/>
          <ac:picMkLst>
            <pc:docMk/>
            <pc:sldMk cId="2839265131" sldId="256"/>
            <ac:picMk id="12" creationId="{4C396B14-520F-54DB-F56D-6DE4C51891CA}"/>
          </ac:picMkLst>
        </pc:picChg>
        <pc:picChg chg="add del mod">
          <ac:chgData name="Alessandro Puglisi" userId="858cc4a1209dfa0b" providerId="LiveId" clId="{89A0F1A0-98ED-4080-AAAF-517F9C24D1DE}" dt="2023-06-14T22:46:53.707" v="585" actId="478"/>
          <ac:picMkLst>
            <pc:docMk/>
            <pc:sldMk cId="2839265131" sldId="256"/>
            <ac:picMk id="19" creationId="{DB873F66-BADC-1616-86B1-EC08A4E7930C}"/>
          </ac:picMkLst>
        </pc:picChg>
        <pc:picChg chg="add del mod">
          <ac:chgData name="Alessandro Puglisi" userId="858cc4a1209dfa0b" providerId="LiveId" clId="{89A0F1A0-98ED-4080-AAAF-517F9C24D1DE}" dt="2023-06-14T22:55:25.516" v="601" actId="478"/>
          <ac:picMkLst>
            <pc:docMk/>
            <pc:sldMk cId="2839265131" sldId="256"/>
            <ac:picMk id="25" creationId="{3C98871F-B509-7B2F-E411-0982960E9CB2}"/>
          </ac:picMkLst>
        </pc:picChg>
        <pc:picChg chg="del">
          <ac:chgData name="Alessandro Puglisi" userId="858cc4a1209dfa0b" providerId="LiveId" clId="{89A0F1A0-98ED-4080-AAAF-517F9C24D1DE}" dt="2023-06-14T19:44:09.897" v="495"/>
          <ac:picMkLst>
            <pc:docMk/>
            <pc:sldMk cId="2839265131" sldId="256"/>
            <ac:picMk id="45" creationId="{ACB4EC3E-23B9-50CE-BD71-46924088E0CA}"/>
          </ac:picMkLst>
        </pc:picChg>
      </pc:sldChg>
      <pc:sldChg chg="addSp delSp modSp mod modTransition modAnim">
        <pc:chgData name="Alessandro Puglisi" userId="858cc4a1209dfa0b" providerId="LiveId" clId="{89A0F1A0-98ED-4080-AAAF-517F9C24D1DE}" dt="2023-06-15T09:09:13.988" v="664"/>
        <pc:sldMkLst>
          <pc:docMk/>
          <pc:sldMk cId="2528948478" sldId="257"/>
        </pc:sldMkLst>
        <pc:picChg chg="add del mod">
          <ac:chgData name="Alessandro Puglisi" userId="858cc4a1209dfa0b" providerId="LiveId" clId="{89A0F1A0-98ED-4080-AAAF-517F9C24D1DE}" dt="2023-06-14T19:44:21.854" v="501"/>
          <ac:picMkLst>
            <pc:docMk/>
            <pc:sldMk cId="2528948478" sldId="257"/>
            <ac:picMk id="6" creationId="{CEA7224F-8B31-C206-ABC8-A892695CC1CB}"/>
          </ac:picMkLst>
        </pc:picChg>
        <pc:picChg chg="add del mod ord">
          <ac:chgData name="Alessandro Puglisi" userId="858cc4a1209dfa0b" providerId="LiveId" clId="{89A0F1A0-98ED-4080-AAAF-517F9C24D1DE}" dt="2023-06-14T22:31:02.529" v="551" actId="478"/>
          <ac:picMkLst>
            <pc:docMk/>
            <pc:sldMk cId="2528948478" sldId="257"/>
            <ac:picMk id="7" creationId="{6984942B-75F6-E2D8-92AB-CEDDF005F1B6}"/>
          </ac:picMkLst>
        </pc:picChg>
        <pc:picChg chg="del">
          <ac:chgData name="Alessandro Puglisi" userId="858cc4a1209dfa0b" providerId="LiveId" clId="{89A0F1A0-98ED-4080-AAAF-517F9C24D1DE}" dt="2023-06-14T19:44:09.897" v="495"/>
          <ac:picMkLst>
            <pc:docMk/>
            <pc:sldMk cId="2528948478" sldId="257"/>
            <ac:picMk id="43" creationId="{C6F1C0FC-FB68-AFBB-77D8-8BDEA1EA2DA1}"/>
          </ac:picMkLst>
        </pc:picChg>
      </pc:sldChg>
      <pc:sldChg chg="addSp delSp modSp mod modTransition modAnim">
        <pc:chgData name="Alessandro Puglisi" userId="858cc4a1209dfa0b" providerId="LiveId" clId="{89A0F1A0-98ED-4080-AAAF-517F9C24D1DE}" dt="2023-06-15T09:09:13.988" v="664"/>
        <pc:sldMkLst>
          <pc:docMk/>
          <pc:sldMk cId="1102008575" sldId="258"/>
        </pc:sldMkLst>
        <pc:spChg chg="mod">
          <ac:chgData name="Alessandro Puglisi" userId="858cc4a1209dfa0b" providerId="LiveId" clId="{89A0F1A0-98ED-4080-AAAF-517F9C24D1DE}" dt="2023-06-14T18:54:31.115" v="439" actId="790"/>
          <ac:spMkLst>
            <pc:docMk/>
            <pc:sldMk cId="1102008575" sldId="258"/>
            <ac:spMk id="12" creationId="{6C00D438-3BDC-0DF8-CE96-4B60A2A98D9D}"/>
          </ac:spMkLst>
        </pc:spChg>
        <pc:picChg chg="add del mod">
          <ac:chgData name="Alessandro Puglisi" userId="858cc4a1209dfa0b" providerId="LiveId" clId="{89A0F1A0-98ED-4080-AAAF-517F9C24D1DE}" dt="2023-06-14T19:44:21.854" v="501"/>
          <ac:picMkLst>
            <pc:docMk/>
            <pc:sldMk cId="1102008575" sldId="258"/>
            <ac:picMk id="2" creationId="{5A3B60DB-8B9C-74C4-00A3-96E120EEF662}"/>
          </ac:picMkLst>
        </pc:picChg>
        <pc:picChg chg="add del mod ord">
          <ac:chgData name="Alessandro Puglisi" userId="858cc4a1209dfa0b" providerId="LiveId" clId="{89A0F1A0-98ED-4080-AAAF-517F9C24D1DE}" dt="2023-06-14T22:31:05.500" v="552" actId="478"/>
          <ac:picMkLst>
            <pc:docMk/>
            <pc:sldMk cId="1102008575" sldId="258"/>
            <ac:picMk id="4" creationId="{0EBE5EA1-D2A3-0F0A-C584-CC87DFB820A1}"/>
          </ac:picMkLst>
        </pc:picChg>
        <pc:picChg chg="del">
          <ac:chgData name="Alessandro Puglisi" userId="858cc4a1209dfa0b" providerId="LiveId" clId="{89A0F1A0-98ED-4080-AAAF-517F9C24D1DE}" dt="2023-06-14T19:44:09.897" v="495"/>
          <ac:picMkLst>
            <pc:docMk/>
            <pc:sldMk cId="1102008575" sldId="258"/>
            <ac:picMk id="20" creationId="{9B1DE257-5520-B024-A229-7F883B7CBC15}"/>
          </ac:picMkLst>
        </pc:picChg>
      </pc:sldChg>
      <pc:sldChg chg="addSp delSp modSp mod modTransition modAnim">
        <pc:chgData name="Alessandro Puglisi" userId="858cc4a1209dfa0b" providerId="LiveId" clId="{89A0F1A0-98ED-4080-AAAF-517F9C24D1DE}" dt="2023-06-15T09:09:13.988" v="664"/>
        <pc:sldMkLst>
          <pc:docMk/>
          <pc:sldMk cId="1312468078" sldId="259"/>
        </pc:sldMkLst>
        <pc:picChg chg="add del mod">
          <ac:chgData name="Alessandro Puglisi" userId="858cc4a1209dfa0b" providerId="LiveId" clId="{89A0F1A0-98ED-4080-AAAF-517F9C24D1DE}" dt="2023-06-14T19:44:21.854" v="501"/>
          <ac:picMkLst>
            <pc:docMk/>
            <pc:sldMk cId="1312468078" sldId="259"/>
            <ac:picMk id="8" creationId="{00986624-9CD1-DCE4-5716-0329F746316B}"/>
          </ac:picMkLst>
        </pc:picChg>
        <pc:picChg chg="add del mod ord">
          <ac:chgData name="Alessandro Puglisi" userId="858cc4a1209dfa0b" providerId="LiveId" clId="{89A0F1A0-98ED-4080-AAAF-517F9C24D1DE}" dt="2023-06-14T22:31:09.870" v="553" actId="478"/>
          <ac:picMkLst>
            <pc:docMk/>
            <pc:sldMk cId="1312468078" sldId="259"/>
            <ac:picMk id="11" creationId="{928E7BBE-6D8F-DF3F-BE05-CE3D85820DD9}"/>
          </ac:picMkLst>
        </pc:picChg>
        <pc:picChg chg="del">
          <ac:chgData name="Alessandro Puglisi" userId="858cc4a1209dfa0b" providerId="LiveId" clId="{89A0F1A0-98ED-4080-AAAF-517F9C24D1DE}" dt="2023-06-14T19:44:09.897" v="495"/>
          <ac:picMkLst>
            <pc:docMk/>
            <pc:sldMk cId="1312468078" sldId="259"/>
            <ac:picMk id="27" creationId="{DFF397EB-1C49-2650-9945-551457F479D9}"/>
          </ac:picMkLst>
        </pc:picChg>
      </pc:sldChg>
      <pc:sldChg chg="delSp mod modTransition">
        <pc:chgData name="Alessandro Puglisi" userId="858cc4a1209dfa0b" providerId="LiveId" clId="{89A0F1A0-98ED-4080-AAAF-517F9C24D1DE}" dt="2023-06-15T09:09:13.988" v="664"/>
        <pc:sldMkLst>
          <pc:docMk/>
          <pc:sldMk cId="2428687601" sldId="260"/>
        </pc:sldMkLst>
        <pc:picChg chg="del">
          <ac:chgData name="Alessandro Puglisi" userId="858cc4a1209dfa0b" providerId="LiveId" clId="{89A0F1A0-98ED-4080-AAAF-517F9C24D1DE}" dt="2023-06-14T22:31:11.506" v="554" actId="478"/>
          <ac:picMkLst>
            <pc:docMk/>
            <pc:sldMk cId="2428687601" sldId="260"/>
            <ac:picMk id="13" creationId="{7FB5F6F8-AD93-762D-E319-F111F15B5319}"/>
          </ac:picMkLst>
        </pc:picChg>
      </pc:sldChg>
      <pc:sldChg chg="delSp mod modTransition">
        <pc:chgData name="Alessandro Puglisi" userId="858cc4a1209dfa0b" providerId="LiveId" clId="{89A0F1A0-98ED-4080-AAAF-517F9C24D1DE}" dt="2023-06-15T09:09:13.988" v="664"/>
        <pc:sldMkLst>
          <pc:docMk/>
          <pc:sldMk cId="3369938643" sldId="261"/>
        </pc:sldMkLst>
        <pc:picChg chg="del">
          <ac:chgData name="Alessandro Puglisi" userId="858cc4a1209dfa0b" providerId="LiveId" clId="{89A0F1A0-98ED-4080-AAAF-517F9C24D1DE}" dt="2023-06-14T22:31:14.474" v="555" actId="478"/>
          <ac:picMkLst>
            <pc:docMk/>
            <pc:sldMk cId="3369938643" sldId="261"/>
            <ac:picMk id="9" creationId="{352EACDC-8A66-511C-E623-D44B242A61FF}"/>
          </ac:picMkLst>
        </pc:picChg>
      </pc:sldChg>
      <pc:sldChg chg="delSp mod modTransition">
        <pc:chgData name="Alessandro Puglisi" userId="858cc4a1209dfa0b" providerId="LiveId" clId="{89A0F1A0-98ED-4080-AAAF-517F9C24D1DE}" dt="2023-06-15T09:09:13.988" v="664"/>
        <pc:sldMkLst>
          <pc:docMk/>
          <pc:sldMk cId="1219509894" sldId="262"/>
        </pc:sldMkLst>
        <pc:picChg chg="del">
          <ac:chgData name="Alessandro Puglisi" userId="858cc4a1209dfa0b" providerId="LiveId" clId="{89A0F1A0-98ED-4080-AAAF-517F9C24D1DE}" dt="2023-06-14T22:31:15.678" v="556" actId="478"/>
          <ac:picMkLst>
            <pc:docMk/>
            <pc:sldMk cId="1219509894" sldId="262"/>
            <ac:picMk id="8" creationId="{CDCABA29-5EA6-2ADF-23AA-FC2F253781EB}"/>
          </ac:picMkLst>
        </pc:picChg>
      </pc:sldChg>
      <pc:sldChg chg="delSp mod modTransition">
        <pc:chgData name="Alessandro Puglisi" userId="858cc4a1209dfa0b" providerId="LiveId" clId="{89A0F1A0-98ED-4080-AAAF-517F9C24D1DE}" dt="2023-06-15T09:09:13.988" v="664"/>
        <pc:sldMkLst>
          <pc:docMk/>
          <pc:sldMk cId="3616350804" sldId="263"/>
        </pc:sldMkLst>
        <pc:picChg chg="del">
          <ac:chgData name="Alessandro Puglisi" userId="858cc4a1209dfa0b" providerId="LiveId" clId="{89A0F1A0-98ED-4080-AAAF-517F9C24D1DE}" dt="2023-06-14T22:31:17.294" v="557" actId="478"/>
          <ac:picMkLst>
            <pc:docMk/>
            <pc:sldMk cId="3616350804" sldId="263"/>
            <ac:picMk id="6" creationId="{B279392B-5DC1-6B17-6467-7718A1FF5F13}"/>
          </ac:picMkLst>
        </pc:picChg>
      </pc:sldChg>
      <pc:sldChg chg="delSp mod modTransition">
        <pc:chgData name="Alessandro Puglisi" userId="858cc4a1209dfa0b" providerId="LiveId" clId="{89A0F1A0-98ED-4080-AAAF-517F9C24D1DE}" dt="2023-06-15T09:09:13.988" v="664"/>
        <pc:sldMkLst>
          <pc:docMk/>
          <pc:sldMk cId="1376624674" sldId="264"/>
        </pc:sldMkLst>
        <pc:picChg chg="del">
          <ac:chgData name="Alessandro Puglisi" userId="858cc4a1209dfa0b" providerId="LiveId" clId="{89A0F1A0-98ED-4080-AAAF-517F9C24D1DE}" dt="2023-06-14T22:31:18.764" v="558" actId="478"/>
          <ac:picMkLst>
            <pc:docMk/>
            <pc:sldMk cId="1376624674" sldId="264"/>
            <ac:picMk id="4" creationId="{AE347FE0-070A-AC8F-1947-70FA877EB4BA}"/>
          </ac:picMkLst>
        </pc:picChg>
      </pc:sldChg>
      <pc:sldChg chg="delSp mod modTransition">
        <pc:chgData name="Alessandro Puglisi" userId="858cc4a1209dfa0b" providerId="LiveId" clId="{89A0F1A0-98ED-4080-AAAF-517F9C24D1DE}" dt="2023-06-15T09:09:13.988" v="664"/>
        <pc:sldMkLst>
          <pc:docMk/>
          <pc:sldMk cId="3058932600" sldId="265"/>
        </pc:sldMkLst>
        <pc:picChg chg="del">
          <ac:chgData name="Alessandro Puglisi" userId="858cc4a1209dfa0b" providerId="LiveId" clId="{89A0F1A0-98ED-4080-AAAF-517F9C24D1DE}" dt="2023-06-14T22:31:20.446" v="559" actId="478"/>
          <ac:picMkLst>
            <pc:docMk/>
            <pc:sldMk cId="3058932600" sldId="265"/>
            <ac:picMk id="9" creationId="{6B5DA41C-DA5F-11BE-D73D-C5E0B92B52B9}"/>
          </ac:picMkLst>
        </pc:picChg>
      </pc:sldChg>
      <pc:sldChg chg="delSp mod modTransition">
        <pc:chgData name="Alessandro Puglisi" userId="858cc4a1209dfa0b" providerId="LiveId" clId="{89A0F1A0-98ED-4080-AAAF-517F9C24D1DE}" dt="2023-06-15T09:09:13.988" v="664"/>
        <pc:sldMkLst>
          <pc:docMk/>
          <pc:sldMk cId="1352997059" sldId="266"/>
        </pc:sldMkLst>
        <pc:picChg chg="del">
          <ac:chgData name="Alessandro Puglisi" userId="858cc4a1209dfa0b" providerId="LiveId" clId="{89A0F1A0-98ED-4080-AAAF-517F9C24D1DE}" dt="2023-06-14T22:31:23.008" v="560" actId="478"/>
          <ac:picMkLst>
            <pc:docMk/>
            <pc:sldMk cId="1352997059" sldId="266"/>
            <ac:picMk id="2" creationId="{83E69004-9C6E-D109-B2F1-8F4F29395199}"/>
          </ac:picMkLst>
        </pc:picChg>
      </pc:sldChg>
      <pc:sldChg chg="delSp mod modTransition">
        <pc:chgData name="Alessandro Puglisi" userId="858cc4a1209dfa0b" providerId="LiveId" clId="{89A0F1A0-98ED-4080-AAAF-517F9C24D1DE}" dt="2023-06-15T09:09:13.988" v="664"/>
        <pc:sldMkLst>
          <pc:docMk/>
          <pc:sldMk cId="1257816287" sldId="267"/>
        </pc:sldMkLst>
        <pc:picChg chg="del">
          <ac:chgData name="Alessandro Puglisi" userId="858cc4a1209dfa0b" providerId="LiveId" clId="{89A0F1A0-98ED-4080-AAAF-517F9C24D1DE}" dt="2023-06-14T22:31:24.143" v="561" actId="478"/>
          <ac:picMkLst>
            <pc:docMk/>
            <pc:sldMk cId="1257816287" sldId="267"/>
            <ac:picMk id="5" creationId="{BDE1B533-5326-DCDF-536C-038E7B2368BC}"/>
          </ac:picMkLst>
        </pc:picChg>
      </pc:sldChg>
      <pc:sldChg chg="delSp mod modTransition">
        <pc:chgData name="Alessandro Puglisi" userId="858cc4a1209dfa0b" providerId="LiveId" clId="{89A0F1A0-98ED-4080-AAAF-517F9C24D1DE}" dt="2023-06-15T09:09:13.988" v="664"/>
        <pc:sldMkLst>
          <pc:docMk/>
          <pc:sldMk cId="2715337326" sldId="268"/>
        </pc:sldMkLst>
        <pc:picChg chg="del">
          <ac:chgData name="Alessandro Puglisi" userId="858cc4a1209dfa0b" providerId="LiveId" clId="{89A0F1A0-98ED-4080-AAAF-517F9C24D1DE}" dt="2023-06-14T22:31:25.878" v="562" actId="478"/>
          <ac:picMkLst>
            <pc:docMk/>
            <pc:sldMk cId="2715337326" sldId="268"/>
            <ac:picMk id="2" creationId="{AFF17B86-E6F4-AA8B-EB0F-76B7AFAFA806}"/>
          </ac:picMkLst>
        </pc:picChg>
      </pc:sldChg>
      <pc:sldChg chg="delSp mod modTransition">
        <pc:chgData name="Alessandro Puglisi" userId="858cc4a1209dfa0b" providerId="LiveId" clId="{89A0F1A0-98ED-4080-AAAF-517F9C24D1DE}" dt="2023-06-15T09:09:13.988" v="664"/>
        <pc:sldMkLst>
          <pc:docMk/>
          <pc:sldMk cId="1634671848" sldId="269"/>
        </pc:sldMkLst>
        <pc:picChg chg="del">
          <ac:chgData name="Alessandro Puglisi" userId="858cc4a1209dfa0b" providerId="LiveId" clId="{89A0F1A0-98ED-4080-AAAF-517F9C24D1DE}" dt="2023-06-14T22:31:27.155" v="563" actId="478"/>
          <ac:picMkLst>
            <pc:docMk/>
            <pc:sldMk cId="1634671848" sldId="269"/>
            <ac:picMk id="2" creationId="{1E7AFF47-EFCA-5E50-8D56-EB984134494B}"/>
          </ac:picMkLst>
        </pc:picChg>
      </pc:sldChg>
      <pc:sldChg chg="delSp modSp mod modTransition">
        <pc:chgData name="Alessandro Puglisi" userId="858cc4a1209dfa0b" providerId="LiveId" clId="{89A0F1A0-98ED-4080-AAAF-517F9C24D1DE}" dt="2023-06-15T09:09:13.988" v="664"/>
        <pc:sldMkLst>
          <pc:docMk/>
          <pc:sldMk cId="2604144910" sldId="270"/>
        </pc:sldMkLst>
        <pc:picChg chg="del mod">
          <ac:chgData name="Alessandro Puglisi" userId="858cc4a1209dfa0b" providerId="LiveId" clId="{89A0F1A0-98ED-4080-AAAF-517F9C24D1DE}" dt="2023-06-14T22:31:28.689" v="564" actId="478"/>
          <ac:picMkLst>
            <pc:docMk/>
            <pc:sldMk cId="2604144910" sldId="270"/>
            <ac:picMk id="2" creationId="{FAF5CB51-7C82-CE57-6A65-FA224D1AB800}"/>
          </ac:picMkLst>
        </pc:picChg>
      </pc:sldChg>
      <pc:sldChg chg="addSp delSp modSp mod modTransition addAnim delAnim modAnim">
        <pc:chgData name="Alessandro Puglisi" userId="858cc4a1209dfa0b" providerId="LiveId" clId="{89A0F1A0-98ED-4080-AAAF-517F9C24D1DE}" dt="2023-06-15T09:19:24.124" v="669"/>
        <pc:sldMkLst>
          <pc:docMk/>
          <pc:sldMk cId="2249005400" sldId="272"/>
        </pc:sldMkLst>
        <pc:spChg chg="mod">
          <ac:chgData name="Alessandro Puglisi" userId="858cc4a1209dfa0b" providerId="LiveId" clId="{89A0F1A0-98ED-4080-AAAF-517F9C24D1DE}" dt="2023-06-14T18:56:58.668" v="447" actId="1076"/>
          <ac:spMkLst>
            <pc:docMk/>
            <pc:sldMk cId="2249005400" sldId="272"/>
            <ac:spMk id="10" creationId="{7876FEEB-F154-CB41-F0EA-6C614DF49570}"/>
          </ac:spMkLst>
        </pc:spChg>
        <pc:picChg chg="add del mod">
          <ac:chgData name="Alessandro Puglisi" userId="858cc4a1209dfa0b" providerId="LiveId" clId="{89A0F1A0-98ED-4080-AAAF-517F9C24D1DE}" dt="2023-06-14T19:37:50.828" v="458"/>
          <ac:picMkLst>
            <pc:docMk/>
            <pc:sldMk cId="2249005400" sldId="272"/>
            <ac:picMk id="3" creationId="{06597747-0D27-0FA3-9BF4-CDC0868E031E}"/>
          </ac:picMkLst>
        </pc:picChg>
        <pc:picChg chg="mod">
          <ac:chgData name="Alessandro Puglisi" userId="858cc4a1209dfa0b" providerId="LiveId" clId="{89A0F1A0-98ED-4080-AAAF-517F9C24D1DE}" dt="2023-06-14T18:56:53.532" v="446" actId="1076"/>
          <ac:picMkLst>
            <pc:docMk/>
            <pc:sldMk cId="2249005400" sldId="272"/>
            <ac:picMk id="5" creationId="{005BD951-2045-E981-02F1-BA256D241252}"/>
          </ac:picMkLst>
        </pc:picChg>
        <pc:picChg chg="add del mod">
          <ac:chgData name="Alessandro Puglisi" userId="858cc4a1209dfa0b" providerId="LiveId" clId="{89A0F1A0-98ED-4080-AAAF-517F9C24D1DE}" dt="2023-06-14T19:38:00.299" v="460"/>
          <ac:picMkLst>
            <pc:docMk/>
            <pc:sldMk cId="2249005400" sldId="272"/>
            <ac:picMk id="7" creationId="{D59E3876-E632-C7C5-878C-B2A1830D87C8}"/>
          </ac:picMkLst>
        </pc:picChg>
        <pc:picChg chg="add del mod">
          <ac:chgData name="Alessandro Puglisi" userId="858cc4a1209dfa0b" providerId="LiveId" clId="{89A0F1A0-98ED-4080-AAAF-517F9C24D1DE}" dt="2023-06-15T09:19:24.124" v="669"/>
          <ac:picMkLst>
            <pc:docMk/>
            <pc:sldMk cId="2249005400" sldId="272"/>
            <ac:picMk id="12" creationId="{7D20BD06-CA8F-8726-7338-A04AD9B0ABA6}"/>
          </ac:picMkLst>
        </pc:picChg>
        <pc:picChg chg="del">
          <ac:chgData name="Alessandro Puglisi" userId="858cc4a1209dfa0b" providerId="LiveId" clId="{89A0F1A0-98ED-4080-AAAF-517F9C24D1DE}" dt="2023-06-14T15:49:08.062" v="0"/>
          <ac:picMkLst>
            <pc:docMk/>
            <pc:sldMk cId="2249005400" sldId="272"/>
            <ac:picMk id="13" creationId="{37781B9C-E3ED-E387-791F-E07853B9CFF7}"/>
          </ac:picMkLst>
        </pc:picChg>
        <pc:picChg chg="add mod">
          <ac:chgData name="Alessandro Puglisi" userId="858cc4a1209dfa0b" providerId="LiveId" clId="{89A0F1A0-98ED-4080-AAAF-517F9C24D1DE}" dt="2023-06-15T09:19:24.124" v="669"/>
          <ac:picMkLst>
            <pc:docMk/>
            <pc:sldMk cId="2249005400" sldId="272"/>
            <ac:picMk id="13" creationId="{936E3D41-DEC6-80E1-1545-E2621C5D81E8}"/>
          </ac:picMkLst>
        </pc:picChg>
        <pc:picChg chg="add del mod">
          <ac:chgData name="Alessandro Puglisi" userId="858cc4a1209dfa0b" providerId="LiveId" clId="{89A0F1A0-98ED-4080-AAAF-517F9C24D1DE}" dt="2023-06-14T15:50:03.725" v="1"/>
          <ac:picMkLst>
            <pc:docMk/>
            <pc:sldMk cId="2249005400" sldId="272"/>
            <ac:picMk id="14" creationId="{CBE1B062-F759-5255-42FA-1B8D3EBAF038}"/>
          </ac:picMkLst>
        </pc:picChg>
        <pc:picChg chg="add del mod ord">
          <ac:chgData name="Alessandro Puglisi" userId="858cc4a1209dfa0b" providerId="LiveId" clId="{89A0F1A0-98ED-4080-AAAF-517F9C24D1DE}" dt="2023-06-14T19:38:03.193" v="461"/>
          <ac:picMkLst>
            <pc:docMk/>
            <pc:sldMk cId="2249005400" sldId="272"/>
            <ac:picMk id="14" creationId="{F6DAE75D-AD96-BECF-DD14-E0D0221CD0B3}"/>
          </ac:picMkLst>
        </pc:picChg>
        <pc:picChg chg="add del mod">
          <ac:chgData name="Alessandro Puglisi" userId="858cc4a1209dfa0b" providerId="LiveId" clId="{89A0F1A0-98ED-4080-AAAF-517F9C24D1DE}" dt="2023-06-14T19:38:28.448" v="462"/>
          <ac:picMkLst>
            <pc:docMk/>
            <pc:sldMk cId="2249005400" sldId="272"/>
            <ac:picMk id="15" creationId="{50E500A8-6A69-259C-06B0-C8A1F7CD05F9}"/>
          </ac:picMkLst>
        </pc:picChg>
        <pc:picChg chg="add del mod">
          <ac:chgData name="Alessandro Puglisi" userId="858cc4a1209dfa0b" providerId="LiveId" clId="{89A0F1A0-98ED-4080-AAAF-517F9C24D1DE}" dt="2023-06-14T19:39:20.324" v="464"/>
          <ac:picMkLst>
            <pc:docMk/>
            <pc:sldMk cId="2249005400" sldId="272"/>
            <ac:picMk id="19" creationId="{6EA8B0A7-2FA7-D4FF-9A11-B4D50513449F}"/>
          </ac:picMkLst>
        </pc:picChg>
        <pc:picChg chg="add del mod">
          <ac:chgData name="Alessandro Puglisi" userId="858cc4a1209dfa0b" providerId="LiveId" clId="{89A0F1A0-98ED-4080-AAAF-517F9C24D1DE}" dt="2023-06-14T19:39:26.042" v="466"/>
          <ac:picMkLst>
            <pc:docMk/>
            <pc:sldMk cId="2249005400" sldId="272"/>
            <ac:picMk id="20" creationId="{1034F3C8-B4E7-D9C4-B5EC-5FE077AE406B}"/>
          </ac:picMkLst>
        </pc:picChg>
        <pc:picChg chg="add del mod ord">
          <ac:chgData name="Alessandro Puglisi" userId="858cc4a1209dfa0b" providerId="LiveId" clId="{89A0F1A0-98ED-4080-AAAF-517F9C24D1DE}" dt="2023-06-14T19:40:07.988" v="467"/>
          <ac:picMkLst>
            <pc:docMk/>
            <pc:sldMk cId="2249005400" sldId="272"/>
            <ac:picMk id="23" creationId="{A20D21BF-A134-EE54-8809-FB8E7FECD3AB}"/>
          </ac:picMkLst>
        </pc:picChg>
        <pc:picChg chg="add del mod">
          <ac:chgData name="Alessandro Puglisi" userId="858cc4a1209dfa0b" providerId="LiveId" clId="{89A0F1A0-98ED-4080-AAAF-517F9C24D1DE}" dt="2023-06-14T19:40:12.129" v="469"/>
          <ac:picMkLst>
            <pc:docMk/>
            <pc:sldMk cId="2249005400" sldId="272"/>
            <ac:picMk id="24" creationId="{037B2E1F-DD7C-F860-0BD2-F9064B50A111}"/>
          </ac:picMkLst>
        </pc:picChg>
        <pc:picChg chg="add del mod ord">
          <ac:chgData name="Alessandro Puglisi" userId="858cc4a1209dfa0b" providerId="LiveId" clId="{89A0F1A0-98ED-4080-AAAF-517F9C24D1DE}" dt="2023-06-14T19:40:21.127" v="470"/>
          <ac:picMkLst>
            <pc:docMk/>
            <pc:sldMk cId="2249005400" sldId="272"/>
            <ac:picMk id="27" creationId="{553DC038-0358-3635-F143-3F3F272C69EA}"/>
          </ac:picMkLst>
        </pc:picChg>
        <pc:picChg chg="add del mod">
          <ac:chgData name="Alessandro Puglisi" userId="858cc4a1209dfa0b" providerId="LiveId" clId="{89A0F1A0-98ED-4080-AAAF-517F9C24D1DE}" dt="2023-06-14T19:40:29.749" v="472"/>
          <ac:picMkLst>
            <pc:docMk/>
            <pc:sldMk cId="2249005400" sldId="272"/>
            <ac:picMk id="28" creationId="{0466764E-B4BB-649F-96A3-DE38A196CE95}"/>
          </ac:picMkLst>
        </pc:picChg>
        <pc:picChg chg="add del mod ord">
          <ac:chgData name="Alessandro Puglisi" userId="858cc4a1209dfa0b" providerId="LiveId" clId="{89A0F1A0-98ED-4080-AAAF-517F9C24D1DE}" dt="2023-06-14T19:40:39.010" v="473"/>
          <ac:picMkLst>
            <pc:docMk/>
            <pc:sldMk cId="2249005400" sldId="272"/>
            <ac:picMk id="31" creationId="{E036391B-A849-0AA9-53F8-04737C18BD05}"/>
          </ac:picMkLst>
        </pc:picChg>
        <pc:picChg chg="add del mod">
          <ac:chgData name="Alessandro Puglisi" userId="858cc4a1209dfa0b" providerId="LiveId" clId="{89A0F1A0-98ED-4080-AAAF-517F9C24D1DE}" dt="2023-06-14T19:40:45.754" v="475"/>
          <ac:picMkLst>
            <pc:docMk/>
            <pc:sldMk cId="2249005400" sldId="272"/>
            <ac:picMk id="32" creationId="{1ADE0DA2-EC37-80EC-E9D4-66AC0A44420D}"/>
          </ac:picMkLst>
        </pc:picChg>
        <pc:picChg chg="add del mod ord">
          <ac:chgData name="Alessandro Puglisi" userId="858cc4a1209dfa0b" providerId="LiveId" clId="{89A0F1A0-98ED-4080-AAAF-517F9C24D1DE}" dt="2023-06-14T19:40:55.494" v="476"/>
          <ac:picMkLst>
            <pc:docMk/>
            <pc:sldMk cId="2249005400" sldId="272"/>
            <ac:picMk id="35" creationId="{50B050A6-A6CD-09ED-B4C8-719B4A784549}"/>
          </ac:picMkLst>
        </pc:picChg>
        <pc:picChg chg="add del mod">
          <ac:chgData name="Alessandro Puglisi" userId="858cc4a1209dfa0b" providerId="LiveId" clId="{89A0F1A0-98ED-4080-AAAF-517F9C24D1DE}" dt="2023-06-14T19:40:59.546" v="478"/>
          <ac:picMkLst>
            <pc:docMk/>
            <pc:sldMk cId="2249005400" sldId="272"/>
            <ac:picMk id="36" creationId="{F7BFBBFE-4124-8D05-06E5-77F69F4A6E9E}"/>
          </ac:picMkLst>
        </pc:picChg>
        <pc:picChg chg="add del mod ord">
          <ac:chgData name="Alessandro Puglisi" userId="858cc4a1209dfa0b" providerId="LiveId" clId="{89A0F1A0-98ED-4080-AAAF-517F9C24D1DE}" dt="2023-06-14T19:41:20.007" v="479"/>
          <ac:picMkLst>
            <pc:docMk/>
            <pc:sldMk cId="2249005400" sldId="272"/>
            <ac:picMk id="39" creationId="{E8203942-2F9E-EA7E-5CC1-B509BC946752}"/>
          </ac:picMkLst>
        </pc:picChg>
        <pc:picChg chg="add del mod">
          <ac:chgData name="Alessandro Puglisi" userId="858cc4a1209dfa0b" providerId="LiveId" clId="{89A0F1A0-98ED-4080-AAAF-517F9C24D1DE}" dt="2023-06-14T19:41:23.985" v="481"/>
          <ac:picMkLst>
            <pc:docMk/>
            <pc:sldMk cId="2249005400" sldId="272"/>
            <ac:picMk id="40" creationId="{ED7A24F9-A027-E542-5C8A-130C54815F57}"/>
          </ac:picMkLst>
        </pc:picChg>
        <pc:picChg chg="add del mod ord">
          <ac:chgData name="Alessandro Puglisi" userId="858cc4a1209dfa0b" providerId="LiveId" clId="{89A0F1A0-98ED-4080-AAAF-517F9C24D1DE}" dt="2023-06-14T19:41:31.153" v="482"/>
          <ac:picMkLst>
            <pc:docMk/>
            <pc:sldMk cId="2249005400" sldId="272"/>
            <ac:picMk id="43" creationId="{B943E7D4-67A9-F778-A276-ECEB3127A174}"/>
          </ac:picMkLst>
        </pc:picChg>
        <pc:picChg chg="add del mod">
          <ac:chgData name="Alessandro Puglisi" userId="858cc4a1209dfa0b" providerId="LiveId" clId="{89A0F1A0-98ED-4080-AAAF-517F9C24D1DE}" dt="2023-06-14T19:41:35.552" v="484"/>
          <ac:picMkLst>
            <pc:docMk/>
            <pc:sldMk cId="2249005400" sldId="272"/>
            <ac:picMk id="44" creationId="{2EF1960C-D42E-0084-585E-72E610E7FDC2}"/>
          </ac:picMkLst>
        </pc:picChg>
        <pc:picChg chg="add del mod ord">
          <ac:chgData name="Alessandro Puglisi" userId="858cc4a1209dfa0b" providerId="LiveId" clId="{89A0F1A0-98ED-4080-AAAF-517F9C24D1DE}" dt="2023-06-14T19:42:20.773" v="485"/>
          <ac:picMkLst>
            <pc:docMk/>
            <pc:sldMk cId="2249005400" sldId="272"/>
            <ac:picMk id="47" creationId="{0222933B-F088-616D-5F42-7D1491089DCC}"/>
          </ac:picMkLst>
        </pc:picChg>
        <pc:picChg chg="add del mod">
          <ac:chgData name="Alessandro Puglisi" userId="858cc4a1209dfa0b" providerId="LiveId" clId="{89A0F1A0-98ED-4080-AAAF-517F9C24D1DE}" dt="2023-06-14T19:42:24.588" v="487"/>
          <ac:picMkLst>
            <pc:docMk/>
            <pc:sldMk cId="2249005400" sldId="272"/>
            <ac:picMk id="48" creationId="{8E4BBD14-DA02-3122-7A0E-0C65C30B8A16}"/>
          </ac:picMkLst>
        </pc:picChg>
        <pc:picChg chg="add del mod ord">
          <ac:chgData name="Alessandro Puglisi" userId="858cc4a1209dfa0b" providerId="LiveId" clId="{89A0F1A0-98ED-4080-AAAF-517F9C24D1DE}" dt="2023-06-14T19:43:31.841" v="488"/>
          <ac:picMkLst>
            <pc:docMk/>
            <pc:sldMk cId="2249005400" sldId="272"/>
            <ac:picMk id="51" creationId="{D18402FB-ACC9-DF49-6675-71EC6D5D487E}"/>
          </ac:picMkLst>
        </pc:picChg>
        <pc:picChg chg="add del mod">
          <ac:chgData name="Alessandro Puglisi" userId="858cc4a1209dfa0b" providerId="LiveId" clId="{89A0F1A0-98ED-4080-AAAF-517F9C24D1DE}" dt="2023-06-14T19:43:43.361" v="490"/>
          <ac:picMkLst>
            <pc:docMk/>
            <pc:sldMk cId="2249005400" sldId="272"/>
            <ac:picMk id="52" creationId="{BE70D30A-4D86-24E1-AF82-A7F10F34684F}"/>
          </ac:picMkLst>
        </pc:picChg>
        <pc:picChg chg="add del mod ord">
          <ac:chgData name="Alessandro Puglisi" userId="858cc4a1209dfa0b" providerId="LiveId" clId="{89A0F1A0-98ED-4080-AAAF-517F9C24D1DE}" dt="2023-06-14T19:43:56.740" v="491"/>
          <ac:picMkLst>
            <pc:docMk/>
            <pc:sldMk cId="2249005400" sldId="272"/>
            <ac:picMk id="55" creationId="{7B901C2B-4340-7E20-78FA-47927749C703}"/>
          </ac:picMkLst>
        </pc:picChg>
        <pc:picChg chg="add del mod">
          <ac:chgData name="Alessandro Puglisi" userId="858cc4a1209dfa0b" providerId="LiveId" clId="{89A0F1A0-98ED-4080-AAAF-517F9C24D1DE}" dt="2023-06-14T19:44:21.854" v="501"/>
          <ac:picMkLst>
            <pc:docMk/>
            <pc:sldMk cId="2249005400" sldId="272"/>
            <ac:picMk id="56" creationId="{8436578A-9689-23BE-BC57-C54C884454D4}"/>
          </ac:picMkLst>
        </pc:picChg>
        <pc:picChg chg="add del mod ord">
          <ac:chgData name="Alessandro Puglisi" userId="858cc4a1209dfa0b" providerId="LiveId" clId="{89A0F1A0-98ED-4080-AAAF-517F9C24D1DE}" dt="2023-06-14T19:44:57.713" v="503"/>
          <ac:picMkLst>
            <pc:docMk/>
            <pc:sldMk cId="2249005400" sldId="272"/>
            <ac:picMk id="59" creationId="{D958A402-73C7-7FBD-1083-E1DF33A78AE5}"/>
          </ac:picMkLst>
        </pc:picChg>
        <pc:picChg chg="add del mod ord">
          <ac:chgData name="Alessandro Puglisi" userId="858cc4a1209dfa0b" providerId="LiveId" clId="{89A0F1A0-98ED-4080-AAAF-517F9C24D1DE}" dt="2023-06-14T19:44:57.713" v="503"/>
          <ac:picMkLst>
            <pc:docMk/>
            <pc:sldMk cId="2249005400" sldId="272"/>
            <ac:picMk id="60" creationId="{5F41C27F-7BEF-A0C8-E489-D06564EDC2EA}"/>
          </ac:picMkLst>
        </pc:picChg>
        <pc:picChg chg="add del mod">
          <ac:chgData name="Alessandro Puglisi" userId="858cc4a1209dfa0b" providerId="LiveId" clId="{89A0F1A0-98ED-4080-AAAF-517F9C24D1DE}" dt="2023-06-14T19:45:01.497" v="507"/>
          <ac:picMkLst>
            <pc:docMk/>
            <pc:sldMk cId="2249005400" sldId="272"/>
            <ac:picMk id="61" creationId="{A4142890-5146-EC2A-19B8-CBA6512E0B05}"/>
          </ac:picMkLst>
        </pc:picChg>
        <pc:picChg chg="add del mod">
          <ac:chgData name="Alessandro Puglisi" userId="858cc4a1209dfa0b" providerId="LiveId" clId="{89A0F1A0-98ED-4080-AAAF-517F9C24D1DE}" dt="2023-06-14T19:45:01.497" v="507"/>
          <ac:picMkLst>
            <pc:docMk/>
            <pc:sldMk cId="2249005400" sldId="272"/>
            <ac:picMk id="62" creationId="{F8821A91-D92C-8519-E247-6EEFA415FC78}"/>
          </ac:picMkLst>
        </pc:picChg>
        <pc:picChg chg="add del mod ord">
          <ac:chgData name="Alessandro Puglisi" userId="858cc4a1209dfa0b" providerId="LiveId" clId="{89A0F1A0-98ED-4080-AAAF-517F9C24D1DE}" dt="2023-06-14T19:45:41.404" v="509"/>
          <ac:picMkLst>
            <pc:docMk/>
            <pc:sldMk cId="2249005400" sldId="272"/>
            <ac:picMk id="67" creationId="{4FFAF4EF-11B8-ED69-4AF1-81BB49915996}"/>
          </ac:picMkLst>
        </pc:picChg>
        <pc:picChg chg="add del mod ord">
          <ac:chgData name="Alessandro Puglisi" userId="858cc4a1209dfa0b" providerId="LiveId" clId="{89A0F1A0-98ED-4080-AAAF-517F9C24D1DE}" dt="2023-06-14T19:45:41.404" v="509"/>
          <ac:picMkLst>
            <pc:docMk/>
            <pc:sldMk cId="2249005400" sldId="272"/>
            <ac:picMk id="68" creationId="{7B80E967-39AF-BA18-543D-6631A3F7C5B2}"/>
          </ac:picMkLst>
        </pc:picChg>
        <pc:picChg chg="add del mod">
          <ac:chgData name="Alessandro Puglisi" userId="858cc4a1209dfa0b" providerId="LiveId" clId="{89A0F1A0-98ED-4080-AAAF-517F9C24D1DE}" dt="2023-06-14T19:46:04.625" v="510"/>
          <ac:picMkLst>
            <pc:docMk/>
            <pc:sldMk cId="2249005400" sldId="272"/>
            <ac:picMk id="69" creationId="{F0F005E3-D1C2-833B-6C7A-FCC0E00C7296}"/>
          </ac:picMkLst>
        </pc:picChg>
        <pc:picChg chg="add del mod">
          <ac:chgData name="Alessandro Puglisi" userId="858cc4a1209dfa0b" providerId="LiveId" clId="{89A0F1A0-98ED-4080-AAAF-517F9C24D1DE}" dt="2023-06-14T19:46:04.625" v="510"/>
          <ac:picMkLst>
            <pc:docMk/>
            <pc:sldMk cId="2249005400" sldId="272"/>
            <ac:picMk id="70" creationId="{5C788A67-CDAC-7C40-38FD-E3390BA8B374}"/>
          </ac:picMkLst>
        </pc:picChg>
        <pc:picChg chg="add del mod">
          <ac:chgData name="Alessandro Puglisi" userId="858cc4a1209dfa0b" providerId="LiveId" clId="{89A0F1A0-98ED-4080-AAAF-517F9C24D1DE}" dt="2023-06-14T19:46:36.274" v="512"/>
          <ac:picMkLst>
            <pc:docMk/>
            <pc:sldMk cId="2249005400" sldId="272"/>
            <ac:picMk id="75" creationId="{9D50F6AA-AE35-67B6-0768-E4E7C319AED7}"/>
          </ac:picMkLst>
        </pc:picChg>
        <pc:picChg chg="add del mod">
          <ac:chgData name="Alessandro Puglisi" userId="858cc4a1209dfa0b" providerId="LiveId" clId="{89A0F1A0-98ED-4080-AAAF-517F9C24D1DE}" dt="2023-06-14T19:46:40.839" v="514"/>
          <ac:picMkLst>
            <pc:docMk/>
            <pc:sldMk cId="2249005400" sldId="272"/>
            <ac:picMk id="76" creationId="{0DC69B1E-18DC-FE6E-6557-431B26F358E2}"/>
          </ac:picMkLst>
        </pc:picChg>
        <pc:picChg chg="add del mod ord">
          <ac:chgData name="Alessandro Puglisi" userId="858cc4a1209dfa0b" providerId="LiveId" clId="{89A0F1A0-98ED-4080-AAAF-517F9C24D1DE}" dt="2023-06-14T19:48:34.972" v="523"/>
          <ac:picMkLst>
            <pc:docMk/>
            <pc:sldMk cId="2249005400" sldId="272"/>
            <ac:picMk id="79" creationId="{96EB3C8B-FF23-BD14-87F9-717FBE422D81}"/>
          </ac:picMkLst>
        </pc:picChg>
        <pc:picChg chg="add del mod">
          <ac:chgData name="Alessandro Puglisi" userId="858cc4a1209dfa0b" providerId="LiveId" clId="{89A0F1A0-98ED-4080-AAAF-517F9C24D1DE}" dt="2023-06-14T19:47:07.059" v="522"/>
          <ac:picMkLst>
            <pc:docMk/>
            <pc:sldMk cId="2249005400" sldId="272"/>
            <ac:picMk id="80" creationId="{58205868-E667-A281-7F98-0C9A586ECF6A}"/>
          </ac:picMkLst>
        </pc:picChg>
        <pc:picChg chg="add del mod">
          <ac:chgData name="Alessandro Puglisi" userId="858cc4a1209dfa0b" providerId="LiveId" clId="{89A0F1A0-98ED-4080-AAAF-517F9C24D1DE}" dt="2023-06-14T19:47:05.896" v="520"/>
          <ac:picMkLst>
            <pc:docMk/>
            <pc:sldMk cId="2249005400" sldId="272"/>
            <ac:picMk id="83" creationId="{3792FBF5-9F80-2E30-1118-10C3B0BA595E}"/>
          </ac:picMkLst>
        </pc:picChg>
        <pc:picChg chg="add del mod">
          <ac:chgData name="Alessandro Puglisi" userId="858cc4a1209dfa0b" providerId="LiveId" clId="{89A0F1A0-98ED-4080-AAAF-517F9C24D1DE}" dt="2023-06-14T19:49:07.091" v="531"/>
          <ac:picMkLst>
            <pc:docMk/>
            <pc:sldMk cId="2249005400" sldId="272"/>
            <ac:picMk id="84" creationId="{B57542ED-EE5C-1530-6D79-4F4AE704B7D3}"/>
          </ac:picMkLst>
        </pc:picChg>
        <pc:picChg chg="add del mod ord">
          <ac:chgData name="Alessandro Puglisi" userId="858cc4a1209dfa0b" providerId="LiveId" clId="{89A0F1A0-98ED-4080-AAAF-517F9C24D1DE}" dt="2023-06-14T19:54:59.918" v="534"/>
          <ac:picMkLst>
            <pc:docMk/>
            <pc:sldMk cId="2249005400" sldId="272"/>
            <ac:picMk id="85" creationId="{D5614E02-88E0-4711-A034-00A26C48653B}"/>
          </ac:picMkLst>
        </pc:picChg>
        <pc:picChg chg="add del mod">
          <ac:chgData name="Alessandro Puglisi" userId="858cc4a1209dfa0b" providerId="LiveId" clId="{89A0F1A0-98ED-4080-AAAF-517F9C24D1DE}" dt="2023-06-14T22:16:06.682" v="540"/>
          <ac:picMkLst>
            <pc:docMk/>
            <pc:sldMk cId="2249005400" sldId="272"/>
            <ac:picMk id="87" creationId="{D68F264D-98CB-96EB-8B7C-F68D015CF5F0}"/>
          </ac:picMkLst>
        </pc:picChg>
        <pc:picChg chg="add del mod">
          <ac:chgData name="Alessandro Puglisi" userId="858cc4a1209dfa0b" providerId="LiveId" clId="{89A0F1A0-98ED-4080-AAAF-517F9C24D1DE}" dt="2023-06-14T22:39:17.671" v="565"/>
          <ac:picMkLst>
            <pc:docMk/>
            <pc:sldMk cId="2249005400" sldId="272"/>
            <ac:picMk id="88" creationId="{EFF29E39-50FB-70D8-D83F-69D71B604757}"/>
          </ac:picMkLst>
        </pc:picChg>
        <pc:picChg chg="add del mod">
          <ac:chgData name="Alessandro Puglisi" userId="858cc4a1209dfa0b" providerId="LiveId" clId="{89A0F1A0-98ED-4080-AAAF-517F9C24D1DE}" dt="2023-06-14T22:39:22.959" v="567"/>
          <ac:picMkLst>
            <pc:docMk/>
            <pc:sldMk cId="2249005400" sldId="272"/>
            <ac:picMk id="89" creationId="{D70943A5-993E-F0CC-A78F-E8D30FFE66B5}"/>
          </ac:picMkLst>
        </pc:picChg>
        <pc:picChg chg="add del mod ord">
          <ac:chgData name="Alessandro Puglisi" userId="858cc4a1209dfa0b" providerId="LiveId" clId="{89A0F1A0-98ED-4080-AAAF-517F9C24D1DE}" dt="2023-06-14T22:39:34.834" v="568"/>
          <ac:picMkLst>
            <pc:docMk/>
            <pc:sldMk cId="2249005400" sldId="272"/>
            <ac:picMk id="92" creationId="{74BBA700-0F0D-40C2-9E5D-6E9EFCF96B1C}"/>
          </ac:picMkLst>
        </pc:picChg>
        <pc:picChg chg="add del mod">
          <ac:chgData name="Alessandro Puglisi" userId="858cc4a1209dfa0b" providerId="LiveId" clId="{89A0F1A0-98ED-4080-AAAF-517F9C24D1DE}" dt="2023-06-14T22:40:00.655" v="570"/>
          <ac:picMkLst>
            <pc:docMk/>
            <pc:sldMk cId="2249005400" sldId="272"/>
            <ac:picMk id="93" creationId="{8C82ED31-6DE4-F176-15F8-2C4289462FD4}"/>
          </ac:picMkLst>
        </pc:picChg>
        <pc:picChg chg="add del mod ord">
          <ac:chgData name="Alessandro Puglisi" userId="858cc4a1209dfa0b" providerId="LiveId" clId="{89A0F1A0-98ED-4080-AAAF-517F9C24D1DE}" dt="2023-06-14T22:40:11.972" v="571"/>
          <ac:picMkLst>
            <pc:docMk/>
            <pc:sldMk cId="2249005400" sldId="272"/>
            <ac:picMk id="96" creationId="{DF43C32D-1972-3D76-7CA5-46611E507F86}"/>
          </ac:picMkLst>
        </pc:picChg>
        <pc:picChg chg="add del mod">
          <ac:chgData name="Alessandro Puglisi" userId="858cc4a1209dfa0b" providerId="LiveId" clId="{89A0F1A0-98ED-4080-AAAF-517F9C24D1DE}" dt="2023-06-14T22:40:26.505" v="573"/>
          <ac:picMkLst>
            <pc:docMk/>
            <pc:sldMk cId="2249005400" sldId="272"/>
            <ac:picMk id="97" creationId="{BD404C17-7E76-9F9F-87EE-52802EA63B9E}"/>
          </ac:picMkLst>
        </pc:picChg>
        <pc:picChg chg="add del mod ord">
          <ac:chgData name="Alessandro Puglisi" userId="858cc4a1209dfa0b" providerId="LiveId" clId="{89A0F1A0-98ED-4080-AAAF-517F9C24D1DE}" dt="2023-06-14T22:41:11.393" v="574"/>
          <ac:picMkLst>
            <pc:docMk/>
            <pc:sldMk cId="2249005400" sldId="272"/>
            <ac:picMk id="100" creationId="{2C315D44-993B-02D7-ECEA-B2B5165180A8}"/>
          </ac:picMkLst>
        </pc:picChg>
        <pc:picChg chg="add del mod">
          <ac:chgData name="Alessandro Puglisi" userId="858cc4a1209dfa0b" providerId="LiveId" clId="{89A0F1A0-98ED-4080-AAAF-517F9C24D1DE}" dt="2023-06-14T22:41:21.560" v="576"/>
          <ac:picMkLst>
            <pc:docMk/>
            <pc:sldMk cId="2249005400" sldId="272"/>
            <ac:picMk id="101" creationId="{419B36B7-4D22-7265-06DD-995BD3BBB5DC}"/>
          </ac:picMkLst>
        </pc:picChg>
        <pc:picChg chg="add del mod ord">
          <ac:chgData name="Alessandro Puglisi" userId="858cc4a1209dfa0b" providerId="LiveId" clId="{89A0F1A0-98ED-4080-AAAF-517F9C24D1DE}" dt="2023-06-14T22:42:45.749" v="577"/>
          <ac:picMkLst>
            <pc:docMk/>
            <pc:sldMk cId="2249005400" sldId="272"/>
            <ac:picMk id="104" creationId="{98566C09-3AAB-93B4-75CD-1FAAEC26B1F4}"/>
          </ac:picMkLst>
        </pc:picChg>
        <pc:picChg chg="add del mod">
          <ac:chgData name="Alessandro Puglisi" userId="858cc4a1209dfa0b" providerId="LiveId" clId="{89A0F1A0-98ED-4080-AAAF-517F9C24D1DE}" dt="2023-06-14T22:42:53.650" v="578"/>
          <ac:picMkLst>
            <pc:docMk/>
            <pc:sldMk cId="2249005400" sldId="272"/>
            <ac:picMk id="105" creationId="{BB1D1F32-1433-CDC7-E205-441CF21E995E}"/>
          </ac:picMkLst>
        </pc:picChg>
        <pc:picChg chg="add del mod">
          <ac:chgData name="Alessandro Puglisi" userId="858cc4a1209dfa0b" providerId="LiveId" clId="{89A0F1A0-98ED-4080-AAAF-517F9C24D1DE}" dt="2023-06-14T22:45:53.165" v="580"/>
          <ac:picMkLst>
            <pc:docMk/>
            <pc:sldMk cId="2249005400" sldId="272"/>
            <ac:picMk id="108" creationId="{4224C358-C034-8B79-7780-A1ED23B6436D}"/>
          </ac:picMkLst>
        </pc:picChg>
        <pc:picChg chg="add del mod">
          <ac:chgData name="Alessandro Puglisi" userId="858cc4a1209dfa0b" providerId="LiveId" clId="{89A0F1A0-98ED-4080-AAAF-517F9C24D1DE}" dt="2023-06-14T22:46:40.863" v="583"/>
          <ac:picMkLst>
            <pc:docMk/>
            <pc:sldMk cId="2249005400" sldId="272"/>
            <ac:picMk id="109" creationId="{EF503F71-71D0-B362-A5AD-2AE421C31E3D}"/>
          </ac:picMkLst>
        </pc:picChg>
        <pc:picChg chg="add del mod ord">
          <ac:chgData name="Alessandro Puglisi" userId="858cc4a1209dfa0b" providerId="LiveId" clId="{89A0F1A0-98ED-4080-AAAF-517F9C24D1DE}" dt="2023-06-14T22:47:24.386" v="586" actId="478"/>
          <ac:picMkLst>
            <pc:docMk/>
            <pc:sldMk cId="2249005400" sldId="272"/>
            <ac:picMk id="112" creationId="{82C8FF27-4DE0-8DC6-66A1-AE466341D0B1}"/>
          </ac:picMkLst>
        </pc:picChg>
        <pc:picChg chg="add del mod">
          <ac:chgData name="Alessandro Puglisi" userId="858cc4a1209dfa0b" providerId="LiveId" clId="{89A0F1A0-98ED-4080-AAAF-517F9C24D1DE}" dt="2023-06-14T22:49:12.418" v="588"/>
          <ac:picMkLst>
            <pc:docMk/>
            <pc:sldMk cId="2249005400" sldId="272"/>
            <ac:picMk id="113" creationId="{5EA46AF2-FE1A-6940-0534-85B18BEFBEF7}"/>
          </ac:picMkLst>
        </pc:picChg>
        <pc:picChg chg="add del mod">
          <ac:chgData name="Alessandro Puglisi" userId="858cc4a1209dfa0b" providerId="LiveId" clId="{89A0F1A0-98ED-4080-AAAF-517F9C24D1DE}" dt="2023-06-14T22:49:21.412" v="589"/>
          <ac:picMkLst>
            <pc:docMk/>
            <pc:sldMk cId="2249005400" sldId="272"/>
            <ac:picMk id="114" creationId="{204EFCDC-D9FA-1AE4-B0BD-587841B8083B}"/>
          </ac:picMkLst>
        </pc:picChg>
        <pc:picChg chg="add del mod">
          <ac:chgData name="Alessandro Puglisi" userId="858cc4a1209dfa0b" providerId="LiveId" clId="{89A0F1A0-98ED-4080-AAAF-517F9C24D1DE}" dt="2023-06-14T22:54:06.890" v="594"/>
          <ac:picMkLst>
            <pc:docMk/>
            <pc:sldMk cId="2249005400" sldId="272"/>
            <ac:picMk id="117" creationId="{76DECB00-94B9-3489-DF1E-0859431A3126}"/>
          </ac:picMkLst>
        </pc:picChg>
        <pc:picChg chg="add del mod">
          <ac:chgData name="Alessandro Puglisi" userId="858cc4a1209dfa0b" providerId="LiveId" clId="{89A0F1A0-98ED-4080-AAAF-517F9C24D1DE}" dt="2023-06-14T22:55:15.732" v="599"/>
          <ac:picMkLst>
            <pc:docMk/>
            <pc:sldMk cId="2249005400" sldId="272"/>
            <ac:picMk id="118" creationId="{A9B538FA-1720-0544-B4F5-0E04F38E178D}"/>
          </ac:picMkLst>
        </pc:picChg>
        <pc:picChg chg="add del mod ord">
          <ac:chgData name="Alessandro Puglisi" userId="858cc4a1209dfa0b" providerId="LiveId" clId="{89A0F1A0-98ED-4080-AAAF-517F9C24D1DE}" dt="2023-06-14T22:57:17.702" v="603"/>
          <ac:picMkLst>
            <pc:docMk/>
            <pc:sldMk cId="2249005400" sldId="272"/>
            <ac:picMk id="119" creationId="{5FA8E00C-42D4-1AB9-1CD5-1A586BE4550B}"/>
          </ac:picMkLst>
        </pc:picChg>
        <pc:picChg chg="add del mod">
          <ac:chgData name="Alessandro Puglisi" userId="858cc4a1209dfa0b" providerId="LiveId" clId="{89A0F1A0-98ED-4080-AAAF-517F9C24D1DE}" dt="2023-06-14T22:57:23.577" v="604" actId="478"/>
          <ac:picMkLst>
            <pc:docMk/>
            <pc:sldMk cId="2249005400" sldId="272"/>
            <ac:picMk id="120" creationId="{2D81C445-EC00-9658-B075-704577C34AB5}"/>
          </ac:picMkLst>
        </pc:picChg>
        <pc:picChg chg="add del mod">
          <ac:chgData name="Alessandro Puglisi" userId="858cc4a1209dfa0b" providerId="LiveId" clId="{89A0F1A0-98ED-4080-AAAF-517F9C24D1DE}" dt="2023-06-14T23:02:08.143" v="607"/>
          <ac:picMkLst>
            <pc:docMk/>
            <pc:sldMk cId="2249005400" sldId="272"/>
            <ac:picMk id="123" creationId="{53900C97-86DB-A9CF-94B8-B1E065B2AC1A}"/>
          </ac:picMkLst>
        </pc:picChg>
        <pc:picChg chg="add del mod">
          <ac:chgData name="Alessandro Puglisi" userId="858cc4a1209dfa0b" providerId="LiveId" clId="{89A0F1A0-98ED-4080-AAAF-517F9C24D1DE}" dt="2023-06-14T23:10:15.376" v="616"/>
          <ac:picMkLst>
            <pc:docMk/>
            <pc:sldMk cId="2249005400" sldId="272"/>
            <ac:picMk id="124" creationId="{01EC826D-176F-CFD6-15C4-F6A48D996865}"/>
          </ac:picMkLst>
        </pc:picChg>
        <pc:picChg chg="add del mod">
          <ac:chgData name="Alessandro Puglisi" userId="858cc4a1209dfa0b" providerId="LiveId" clId="{89A0F1A0-98ED-4080-AAAF-517F9C24D1DE}" dt="2023-06-14T23:10:00.610" v="614"/>
          <ac:picMkLst>
            <pc:docMk/>
            <pc:sldMk cId="2249005400" sldId="272"/>
            <ac:picMk id="125" creationId="{C2FAFCAE-2B11-CEFA-3E5F-3230168B5DD5}"/>
          </ac:picMkLst>
        </pc:picChg>
        <pc:picChg chg="add del mod">
          <ac:chgData name="Alessandro Puglisi" userId="858cc4a1209dfa0b" providerId="LiveId" clId="{89A0F1A0-98ED-4080-AAAF-517F9C24D1DE}" dt="2023-06-14T23:12:50.998" v="645" actId="478"/>
          <ac:picMkLst>
            <pc:docMk/>
            <pc:sldMk cId="2249005400" sldId="272"/>
            <ac:picMk id="127" creationId="{47D54E32-6E9D-AD74-A196-37E77FB54D3B}"/>
          </ac:picMkLst>
        </pc:picChg>
        <pc:picChg chg="add del mod">
          <ac:chgData name="Alessandro Puglisi" userId="858cc4a1209dfa0b" providerId="LiveId" clId="{89A0F1A0-98ED-4080-AAAF-517F9C24D1DE}" dt="2023-06-14T23:17:02.283" v="647"/>
          <ac:picMkLst>
            <pc:docMk/>
            <pc:sldMk cId="2249005400" sldId="272"/>
            <ac:picMk id="128" creationId="{6CF21085-B273-A105-82B0-2793513012E9}"/>
          </ac:picMkLst>
        </pc:picChg>
        <pc:picChg chg="add del mod">
          <ac:chgData name="Alessandro Puglisi" userId="858cc4a1209dfa0b" providerId="LiveId" clId="{89A0F1A0-98ED-4080-AAAF-517F9C24D1DE}" dt="2023-06-14T23:22:29.823" v="655"/>
          <ac:picMkLst>
            <pc:docMk/>
            <pc:sldMk cId="2249005400" sldId="272"/>
            <ac:picMk id="129" creationId="{2AFC02C9-94D9-994A-6176-9AB1DAE9438C}"/>
          </ac:picMkLst>
        </pc:picChg>
        <pc:picChg chg="add del mod">
          <ac:chgData name="Alessandro Puglisi" userId="858cc4a1209dfa0b" providerId="LiveId" clId="{89A0F1A0-98ED-4080-AAAF-517F9C24D1DE}" dt="2023-06-14T23:27:37.179" v="660"/>
          <ac:picMkLst>
            <pc:docMk/>
            <pc:sldMk cId="2249005400" sldId="272"/>
            <ac:picMk id="134" creationId="{CA54FB59-0BB5-DF55-1BBA-8056C0CD274E}"/>
          </ac:picMkLst>
        </pc:picChg>
        <pc:picChg chg="add del mod">
          <ac:chgData name="Alessandro Puglisi" userId="858cc4a1209dfa0b" providerId="LiveId" clId="{89A0F1A0-98ED-4080-AAAF-517F9C24D1DE}" dt="2023-06-15T09:09:13.988" v="664"/>
          <ac:picMkLst>
            <pc:docMk/>
            <pc:sldMk cId="2249005400" sldId="272"/>
            <ac:picMk id="135" creationId="{FDC73A67-4211-80F7-9CB7-88C7B6CB9363}"/>
          </ac:picMkLst>
        </pc:picChg>
      </pc:sldChg>
      <pc:sldChg chg="addSp delSp modSp mod modTransition modAnim">
        <pc:chgData name="Alessandro Puglisi" userId="858cc4a1209dfa0b" providerId="LiveId" clId="{89A0F1A0-98ED-4080-AAAF-517F9C24D1DE}" dt="2023-06-15T09:19:24.124" v="669"/>
        <pc:sldMkLst>
          <pc:docMk/>
          <pc:sldMk cId="2656865464" sldId="273"/>
        </pc:sldMkLst>
        <pc:spChg chg="mod">
          <ac:chgData name="Alessandro Puglisi" userId="858cc4a1209dfa0b" providerId="LiveId" clId="{89A0F1A0-98ED-4080-AAAF-517F9C24D1DE}" dt="2023-06-14T18:44:47.544" v="78" actId="20577"/>
          <ac:spMkLst>
            <pc:docMk/>
            <pc:sldMk cId="2656865464" sldId="273"/>
            <ac:spMk id="3" creationId="{DE45D398-B986-F03F-6FB4-FD7B5A00A381}"/>
          </ac:spMkLst>
        </pc:spChg>
        <pc:spChg chg="mod">
          <ac:chgData name="Alessandro Puglisi" userId="858cc4a1209dfa0b" providerId="LiveId" clId="{89A0F1A0-98ED-4080-AAAF-517F9C24D1DE}" dt="2023-06-14T17:14:00.890" v="51" actId="1076"/>
          <ac:spMkLst>
            <pc:docMk/>
            <pc:sldMk cId="2656865464" sldId="273"/>
            <ac:spMk id="7" creationId="{91E0C0ED-318E-4BE2-7B07-2F39AD2D96AE}"/>
          </ac:spMkLst>
        </pc:spChg>
        <pc:picChg chg="add del mod">
          <ac:chgData name="Alessandro Puglisi" userId="858cc4a1209dfa0b" providerId="LiveId" clId="{89A0F1A0-98ED-4080-AAAF-517F9C24D1DE}" dt="2023-06-14T19:48:34.972" v="523"/>
          <ac:picMkLst>
            <pc:docMk/>
            <pc:sldMk cId="2656865464" sldId="273"/>
            <ac:picMk id="2" creationId="{29BFFD75-149D-306B-3F6A-CDE6DFC0DF83}"/>
          </ac:picMkLst>
        </pc:picChg>
        <pc:picChg chg="mod">
          <ac:chgData name="Alessandro Puglisi" userId="858cc4a1209dfa0b" providerId="LiveId" clId="{89A0F1A0-98ED-4080-AAAF-517F9C24D1DE}" dt="2023-06-14T18:56:49.010" v="445" actId="1076"/>
          <ac:picMkLst>
            <pc:docMk/>
            <pc:sldMk cId="2656865464" sldId="273"/>
            <ac:picMk id="5" creationId="{A0316A47-78CD-A164-8908-8143F6B60BFD}"/>
          </ac:picMkLst>
        </pc:picChg>
        <pc:picChg chg="mod">
          <ac:chgData name="Alessandro Puglisi" userId="858cc4a1209dfa0b" providerId="LiveId" clId="{89A0F1A0-98ED-4080-AAAF-517F9C24D1DE}" dt="2023-06-14T18:56:44.249" v="444" actId="1076"/>
          <ac:picMkLst>
            <pc:docMk/>
            <pc:sldMk cId="2656865464" sldId="273"/>
            <ac:picMk id="6" creationId="{24193718-B0C7-1516-09BB-FBE4164388FF}"/>
          </ac:picMkLst>
        </pc:picChg>
        <pc:picChg chg="add del mod">
          <ac:chgData name="Alessandro Puglisi" userId="858cc4a1209dfa0b" providerId="LiveId" clId="{89A0F1A0-98ED-4080-AAAF-517F9C24D1DE}" dt="2023-06-14T19:49:18.391" v="533"/>
          <ac:picMkLst>
            <pc:docMk/>
            <pc:sldMk cId="2656865464" sldId="273"/>
            <ac:picMk id="8" creationId="{4E629523-50C3-55FF-13B9-72D5558ADC32}"/>
          </ac:picMkLst>
        </pc:picChg>
        <pc:picChg chg="add del mod">
          <ac:chgData name="Alessandro Puglisi" userId="858cc4a1209dfa0b" providerId="LiveId" clId="{89A0F1A0-98ED-4080-AAAF-517F9C24D1DE}" dt="2023-06-15T09:19:24.124" v="669"/>
          <ac:picMkLst>
            <pc:docMk/>
            <pc:sldMk cId="2656865464" sldId="273"/>
            <ac:picMk id="9" creationId="{7008036F-F103-05A2-4606-0E92B8764E35}"/>
          </ac:picMkLst>
        </pc:picChg>
        <pc:picChg chg="del">
          <ac:chgData name="Alessandro Puglisi" userId="858cc4a1209dfa0b" providerId="LiveId" clId="{89A0F1A0-98ED-4080-AAAF-517F9C24D1DE}" dt="2023-06-14T15:49:08.062" v="0"/>
          <ac:picMkLst>
            <pc:docMk/>
            <pc:sldMk cId="2656865464" sldId="273"/>
            <ac:picMk id="9" creationId="{74B37B0A-6E05-F014-90E2-1F5B46A05325}"/>
          </ac:picMkLst>
        </pc:picChg>
        <pc:picChg chg="add del mod">
          <ac:chgData name="Alessandro Puglisi" userId="858cc4a1209dfa0b" providerId="LiveId" clId="{89A0F1A0-98ED-4080-AAAF-517F9C24D1DE}" dt="2023-06-14T15:50:32.955" v="4"/>
          <ac:picMkLst>
            <pc:docMk/>
            <pc:sldMk cId="2656865464" sldId="273"/>
            <ac:picMk id="10" creationId="{5726B5F1-49B5-B32A-6D8C-5195C36113DB}"/>
          </ac:picMkLst>
        </pc:picChg>
        <pc:picChg chg="add mod">
          <ac:chgData name="Alessandro Puglisi" userId="858cc4a1209dfa0b" providerId="LiveId" clId="{89A0F1A0-98ED-4080-AAAF-517F9C24D1DE}" dt="2023-06-15T09:19:24.124" v="669"/>
          <ac:picMkLst>
            <pc:docMk/>
            <pc:sldMk cId="2656865464" sldId="273"/>
            <ac:picMk id="10" creationId="{6F64F4E9-A5C0-C27C-6423-C6205B3D67D4}"/>
          </ac:picMkLst>
        </pc:picChg>
        <pc:picChg chg="add del mod ord">
          <ac:chgData name="Alessandro Puglisi" userId="858cc4a1209dfa0b" providerId="LiveId" clId="{89A0F1A0-98ED-4080-AAAF-517F9C24D1DE}" dt="2023-06-14T19:54:59.918" v="534"/>
          <ac:picMkLst>
            <pc:docMk/>
            <pc:sldMk cId="2656865464" sldId="273"/>
            <ac:picMk id="11" creationId="{7A4CB5B2-C215-A699-AFB2-2EE1BB96144E}"/>
          </ac:picMkLst>
        </pc:picChg>
        <pc:picChg chg="add del mod">
          <ac:chgData name="Alessandro Puglisi" userId="858cc4a1209dfa0b" providerId="LiveId" clId="{89A0F1A0-98ED-4080-AAAF-517F9C24D1DE}" dt="2023-06-14T22:16:06.682" v="540"/>
          <ac:picMkLst>
            <pc:docMk/>
            <pc:sldMk cId="2656865464" sldId="273"/>
            <ac:picMk id="12" creationId="{5A18969A-3834-2A4E-95EE-DB710D1897E9}"/>
          </ac:picMkLst>
        </pc:picChg>
        <pc:picChg chg="add del mod">
          <ac:chgData name="Alessandro Puglisi" userId="858cc4a1209dfa0b" providerId="LiveId" clId="{89A0F1A0-98ED-4080-AAAF-517F9C24D1DE}" dt="2023-06-14T22:45:53.165" v="580"/>
          <ac:picMkLst>
            <pc:docMk/>
            <pc:sldMk cId="2656865464" sldId="273"/>
            <ac:picMk id="14" creationId="{563FE234-21EA-5B05-E360-B400EEB70F62}"/>
          </ac:picMkLst>
        </pc:picChg>
        <pc:picChg chg="add del mod">
          <ac:chgData name="Alessandro Puglisi" userId="858cc4a1209dfa0b" providerId="LiveId" clId="{89A0F1A0-98ED-4080-AAAF-517F9C24D1DE}" dt="2023-06-14T22:46:40.863" v="583"/>
          <ac:picMkLst>
            <pc:docMk/>
            <pc:sldMk cId="2656865464" sldId="273"/>
            <ac:picMk id="15" creationId="{82DA553B-7FAC-DC08-CD95-361C6BF11BDE}"/>
          </ac:picMkLst>
        </pc:picChg>
        <pc:picChg chg="add del mod ord">
          <ac:chgData name="Alessandro Puglisi" userId="858cc4a1209dfa0b" providerId="LiveId" clId="{89A0F1A0-98ED-4080-AAAF-517F9C24D1DE}" dt="2023-06-14T22:54:06.890" v="594"/>
          <ac:picMkLst>
            <pc:docMk/>
            <pc:sldMk cId="2656865464" sldId="273"/>
            <ac:picMk id="19" creationId="{B28EA602-CBD9-FE3B-0BDF-B32FA8D96F5E}"/>
          </ac:picMkLst>
        </pc:picChg>
        <pc:picChg chg="add del mod">
          <ac:chgData name="Alessandro Puglisi" userId="858cc4a1209dfa0b" providerId="LiveId" clId="{89A0F1A0-98ED-4080-AAAF-517F9C24D1DE}" dt="2023-06-14T22:55:15.732" v="599"/>
          <ac:picMkLst>
            <pc:docMk/>
            <pc:sldMk cId="2656865464" sldId="273"/>
            <ac:picMk id="20" creationId="{B9B38286-3967-552A-CE36-FDF989EED03D}"/>
          </ac:picMkLst>
        </pc:picChg>
        <pc:picChg chg="add del mod ord">
          <ac:chgData name="Alessandro Puglisi" userId="858cc4a1209dfa0b" providerId="LiveId" clId="{89A0F1A0-98ED-4080-AAAF-517F9C24D1DE}" dt="2023-06-14T23:02:08.143" v="607"/>
          <ac:picMkLst>
            <pc:docMk/>
            <pc:sldMk cId="2656865464" sldId="273"/>
            <ac:picMk id="23" creationId="{B58B77EA-940E-2550-8651-FB14814AC946}"/>
          </ac:picMkLst>
        </pc:picChg>
        <pc:picChg chg="add del mod">
          <ac:chgData name="Alessandro Puglisi" userId="858cc4a1209dfa0b" providerId="LiveId" clId="{89A0F1A0-98ED-4080-AAAF-517F9C24D1DE}" dt="2023-06-14T23:10:15.376" v="616"/>
          <ac:picMkLst>
            <pc:docMk/>
            <pc:sldMk cId="2656865464" sldId="273"/>
            <ac:picMk id="24" creationId="{B9436037-D5E9-B33F-BD9E-7A2A7180B73F}"/>
          </ac:picMkLst>
        </pc:picChg>
        <pc:picChg chg="add del mod">
          <ac:chgData name="Alessandro Puglisi" userId="858cc4a1209dfa0b" providerId="LiveId" clId="{89A0F1A0-98ED-4080-AAAF-517F9C24D1DE}" dt="2023-06-14T23:11:47.004" v="633" actId="478"/>
          <ac:picMkLst>
            <pc:docMk/>
            <pc:sldMk cId="2656865464" sldId="273"/>
            <ac:picMk id="26" creationId="{04EB32E7-D1F0-9E93-A485-0E5E421F01CF}"/>
          </ac:picMkLst>
        </pc:picChg>
        <pc:picChg chg="add del mod">
          <ac:chgData name="Alessandro Puglisi" userId="858cc4a1209dfa0b" providerId="LiveId" clId="{89A0F1A0-98ED-4080-AAAF-517F9C24D1DE}" dt="2023-06-14T23:12:46.127" v="643" actId="478"/>
          <ac:picMkLst>
            <pc:docMk/>
            <pc:sldMk cId="2656865464" sldId="273"/>
            <ac:picMk id="27" creationId="{E8DB8A88-AD03-791F-A6A7-75FB279D1900}"/>
          </ac:picMkLst>
        </pc:picChg>
        <pc:picChg chg="add del mod">
          <ac:chgData name="Alessandro Puglisi" userId="858cc4a1209dfa0b" providerId="LiveId" clId="{89A0F1A0-98ED-4080-AAAF-517F9C24D1DE}" dt="2023-06-14T23:17:02.283" v="647"/>
          <ac:picMkLst>
            <pc:docMk/>
            <pc:sldMk cId="2656865464" sldId="273"/>
            <ac:picMk id="28" creationId="{2E668680-C3B4-21A1-E58C-1260F2E531B0}"/>
          </ac:picMkLst>
        </pc:picChg>
        <pc:picChg chg="add del mod">
          <ac:chgData name="Alessandro Puglisi" userId="858cc4a1209dfa0b" providerId="LiveId" clId="{89A0F1A0-98ED-4080-AAAF-517F9C24D1DE}" dt="2023-06-14T23:22:29.823" v="655"/>
          <ac:picMkLst>
            <pc:docMk/>
            <pc:sldMk cId="2656865464" sldId="273"/>
            <ac:picMk id="29" creationId="{561C18A5-32D2-2754-CC1F-63838B38F4DD}"/>
          </ac:picMkLst>
        </pc:picChg>
        <pc:picChg chg="add del mod">
          <ac:chgData name="Alessandro Puglisi" userId="858cc4a1209dfa0b" providerId="LiveId" clId="{89A0F1A0-98ED-4080-AAAF-517F9C24D1DE}" dt="2023-06-14T23:27:37.179" v="660"/>
          <ac:picMkLst>
            <pc:docMk/>
            <pc:sldMk cId="2656865464" sldId="273"/>
            <ac:picMk id="36" creationId="{D611A5BF-E8CB-5A43-6F64-ED31E1E0D354}"/>
          </ac:picMkLst>
        </pc:picChg>
        <pc:picChg chg="add del mod">
          <ac:chgData name="Alessandro Puglisi" userId="858cc4a1209dfa0b" providerId="LiveId" clId="{89A0F1A0-98ED-4080-AAAF-517F9C24D1DE}" dt="2023-06-15T09:09:13.988" v="664"/>
          <ac:picMkLst>
            <pc:docMk/>
            <pc:sldMk cId="2656865464" sldId="273"/>
            <ac:picMk id="37" creationId="{6A5F06BF-1373-A1B7-8570-08A115DE53A1}"/>
          </ac:picMkLst>
        </pc:picChg>
      </pc:sldChg>
      <pc:sldChg chg="addSp delSp modSp mod modTransition modAnim">
        <pc:chgData name="Alessandro Puglisi" userId="858cc4a1209dfa0b" providerId="LiveId" clId="{89A0F1A0-98ED-4080-AAAF-517F9C24D1DE}" dt="2023-06-15T09:19:24.124" v="669"/>
        <pc:sldMkLst>
          <pc:docMk/>
          <pc:sldMk cId="2320596288" sldId="274"/>
        </pc:sldMkLst>
        <pc:spChg chg="mod">
          <ac:chgData name="Alessandro Puglisi" userId="858cc4a1209dfa0b" providerId="LiveId" clId="{89A0F1A0-98ED-4080-AAAF-517F9C24D1DE}" dt="2023-06-14T18:56:36.727" v="443" actId="14100"/>
          <ac:spMkLst>
            <pc:docMk/>
            <pc:sldMk cId="2320596288" sldId="274"/>
            <ac:spMk id="3" creationId="{76A95389-AE87-C668-17FE-89DCB0BFAD5C}"/>
          </ac:spMkLst>
        </pc:spChg>
        <pc:spChg chg="add del mod">
          <ac:chgData name="Alessandro Puglisi" userId="858cc4a1209dfa0b" providerId="LiveId" clId="{89A0F1A0-98ED-4080-AAAF-517F9C24D1DE}" dt="2023-06-14T16:45:58.470" v="9" actId="478"/>
          <ac:spMkLst>
            <pc:docMk/>
            <pc:sldMk cId="2320596288" sldId="274"/>
            <ac:spMk id="5" creationId="{045019F2-DE65-34A1-211D-34F1C6BC9076}"/>
          </ac:spMkLst>
        </pc:spChg>
        <pc:picChg chg="add del mod">
          <ac:chgData name="Alessandro Puglisi" userId="858cc4a1209dfa0b" providerId="LiveId" clId="{89A0F1A0-98ED-4080-AAAF-517F9C24D1DE}" dt="2023-06-14T19:54:59.918" v="534"/>
          <ac:picMkLst>
            <pc:docMk/>
            <pc:sldMk cId="2320596288" sldId="274"/>
            <ac:picMk id="2" creationId="{8EBAFA47-DF73-D239-743F-FA9577F4E191}"/>
          </ac:picMkLst>
        </pc:picChg>
        <pc:picChg chg="del">
          <ac:chgData name="Alessandro Puglisi" userId="858cc4a1209dfa0b" providerId="LiveId" clId="{89A0F1A0-98ED-4080-AAAF-517F9C24D1DE}" dt="2023-06-14T16:45:40.939" v="5" actId="478"/>
          <ac:picMkLst>
            <pc:docMk/>
            <pc:sldMk cId="2320596288" sldId="274"/>
            <ac:picMk id="4" creationId="{43372268-07E6-93EE-0088-7C3848DF5957}"/>
          </ac:picMkLst>
        </pc:picChg>
        <pc:picChg chg="add del mod">
          <ac:chgData name="Alessandro Puglisi" userId="858cc4a1209dfa0b" providerId="LiveId" clId="{89A0F1A0-98ED-4080-AAAF-517F9C24D1DE}" dt="2023-06-15T09:19:24.124" v="669"/>
          <ac:picMkLst>
            <pc:docMk/>
            <pc:sldMk cId="2320596288" sldId="274"/>
            <ac:picMk id="4" creationId="{98A35D8A-5C60-42CB-D6F2-E24DF20F21DA}"/>
          </ac:picMkLst>
        </pc:picChg>
        <pc:picChg chg="add del mod">
          <ac:chgData name="Alessandro Puglisi" userId="858cc4a1209dfa0b" providerId="LiveId" clId="{89A0F1A0-98ED-4080-AAAF-517F9C24D1DE}" dt="2023-06-14T22:16:06.682" v="540"/>
          <ac:picMkLst>
            <pc:docMk/>
            <pc:sldMk cId="2320596288" sldId="274"/>
            <ac:picMk id="4" creationId="{A7CB8879-FF83-4E97-FE89-DCEE9CC485F2}"/>
          </ac:picMkLst>
        </pc:picChg>
        <pc:picChg chg="add mod">
          <ac:chgData name="Alessandro Puglisi" userId="858cc4a1209dfa0b" providerId="LiveId" clId="{89A0F1A0-98ED-4080-AAAF-517F9C24D1DE}" dt="2023-06-15T09:19:24.124" v="669"/>
          <ac:picMkLst>
            <pc:docMk/>
            <pc:sldMk cId="2320596288" sldId="274"/>
            <ac:picMk id="5" creationId="{16859D2E-C70C-B96A-2801-E16016C33BC0}"/>
          </ac:picMkLst>
        </pc:picChg>
        <pc:picChg chg="del">
          <ac:chgData name="Alessandro Puglisi" userId="858cc4a1209dfa0b" providerId="LiveId" clId="{89A0F1A0-98ED-4080-AAAF-517F9C24D1DE}" dt="2023-06-14T15:49:08.062" v="0"/>
          <ac:picMkLst>
            <pc:docMk/>
            <pc:sldMk cId="2320596288" sldId="274"/>
            <ac:picMk id="6" creationId="{B2B21E39-46B6-3DAC-595B-8E8BC0B317C2}"/>
          </ac:picMkLst>
        </pc:picChg>
        <pc:picChg chg="add del mod">
          <ac:chgData name="Alessandro Puglisi" userId="858cc4a1209dfa0b" providerId="LiveId" clId="{89A0F1A0-98ED-4080-AAAF-517F9C24D1DE}" dt="2023-06-14T15:50:32.955" v="4"/>
          <ac:picMkLst>
            <pc:docMk/>
            <pc:sldMk cId="2320596288" sldId="274"/>
            <ac:picMk id="7" creationId="{030DDE00-3AEE-F214-C06F-46946B9B2E15}"/>
          </ac:picMkLst>
        </pc:picChg>
        <pc:picChg chg="add del mod">
          <ac:chgData name="Alessandro Puglisi" userId="858cc4a1209dfa0b" providerId="LiveId" clId="{89A0F1A0-98ED-4080-AAAF-517F9C24D1DE}" dt="2023-06-14T22:54:06.890" v="594"/>
          <ac:picMkLst>
            <pc:docMk/>
            <pc:sldMk cId="2320596288" sldId="274"/>
            <ac:picMk id="8" creationId="{EE411826-6B06-8169-0A81-41893EE70448}"/>
          </ac:picMkLst>
        </pc:picChg>
        <pc:picChg chg="add del mod">
          <ac:chgData name="Alessandro Puglisi" userId="858cc4a1209dfa0b" providerId="LiveId" clId="{89A0F1A0-98ED-4080-AAAF-517F9C24D1DE}" dt="2023-06-14T22:55:15.732" v="599"/>
          <ac:picMkLst>
            <pc:docMk/>
            <pc:sldMk cId="2320596288" sldId="274"/>
            <ac:picMk id="9" creationId="{03FBCDA4-B845-A668-186A-2B0C417FA90B}"/>
          </ac:picMkLst>
        </pc:picChg>
        <pc:picChg chg="add del mod ord">
          <ac:chgData name="Alessandro Puglisi" userId="858cc4a1209dfa0b" providerId="LiveId" clId="{89A0F1A0-98ED-4080-AAAF-517F9C24D1DE}" dt="2023-06-14T23:02:08.143" v="607"/>
          <ac:picMkLst>
            <pc:docMk/>
            <pc:sldMk cId="2320596288" sldId="274"/>
            <ac:picMk id="14" creationId="{A963E3DD-D2D9-D87D-27D6-63183B6C3230}"/>
          </ac:picMkLst>
        </pc:picChg>
        <pc:picChg chg="add del mod">
          <ac:chgData name="Alessandro Puglisi" userId="858cc4a1209dfa0b" providerId="LiveId" clId="{89A0F1A0-98ED-4080-AAAF-517F9C24D1DE}" dt="2023-06-14T23:10:15.376" v="616"/>
          <ac:picMkLst>
            <pc:docMk/>
            <pc:sldMk cId="2320596288" sldId="274"/>
            <ac:picMk id="15" creationId="{A158D2B8-46D5-7144-71BA-10B14F8F3854}"/>
          </ac:picMkLst>
        </pc:picChg>
        <pc:picChg chg="add del mod">
          <ac:chgData name="Alessandro Puglisi" userId="858cc4a1209dfa0b" providerId="LiveId" clId="{89A0F1A0-98ED-4080-AAAF-517F9C24D1DE}" dt="2023-06-14T23:11:41.993" v="632" actId="478"/>
          <ac:picMkLst>
            <pc:docMk/>
            <pc:sldMk cId="2320596288" sldId="274"/>
            <ac:picMk id="17" creationId="{E167DBFB-5971-2DD9-3E4F-1D84D579F21D}"/>
          </ac:picMkLst>
        </pc:picChg>
        <pc:picChg chg="add del mod">
          <ac:chgData name="Alessandro Puglisi" userId="858cc4a1209dfa0b" providerId="LiveId" clId="{89A0F1A0-98ED-4080-AAAF-517F9C24D1DE}" dt="2023-06-14T23:12:41.354" v="640" actId="478"/>
          <ac:picMkLst>
            <pc:docMk/>
            <pc:sldMk cId="2320596288" sldId="274"/>
            <ac:picMk id="18" creationId="{87B5EC4D-CC86-3190-4DE0-1299EA2838B3}"/>
          </ac:picMkLst>
        </pc:picChg>
        <pc:picChg chg="add del mod">
          <ac:chgData name="Alessandro Puglisi" userId="858cc4a1209dfa0b" providerId="LiveId" clId="{89A0F1A0-98ED-4080-AAAF-517F9C24D1DE}" dt="2023-06-14T23:17:02.283" v="647"/>
          <ac:picMkLst>
            <pc:docMk/>
            <pc:sldMk cId="2320596288" sldId="274"/>
            <ac:picMk id="19" creationId="{A1BF2EF1-2D73-AEAC-F1CF-3898881C3516}"/>
          </ac:picMkLst>
        </pc:picChg>
        <pc:picChg chg="add del mod">
          <ac:chgData name="Alessandro Puglisi" userId="858cc4a1209dfa0b" providerId="LiveId" clId="{89A0F1A0-98ED-4080-AAAF-517F9C24D1DE}" dt="2023-06-14T23:17:13.150" v="649"/>
          <ac:picMkLst>
            <pc:docMk/>
            <pc:sldMk cId="2320596288" sldId="274"/>
            <ac:picMk id="20" creationId="{A0F6A5EC-41AC-DB63-55F9-9FEF0A466F49}"/>
          </ac:picMkLst>
        </pc:picChg>
        <pc:picChg chg="add del mod ord">
          <ac:chgData name="Alessandro Puglisi" userId="858cc4a1209dfa0b" providerId="LiveId" clId="{89A0F1A0-98ED-4080-AAAF-517F9C24D1DE}" dt="2023-06-14T23:18:20.582" v="650"/>
          <ac:picMkLst>
            <pc:docMk/>
            <pc:sldMk cId="2320596288" sldId="274"/>
            <ac:picMk id="23" creationId="{9142A246-86EA-263E-BE48-AC3174BB0EC8}"/>
          </ac:picMkLst>
        </pc:picChg>
        <pc:picChg chg="add del mod">
          <ac:chgData name="Alessandro Puglisi" userId="858cc4a1209dfa0b" providerId="LiveId" clId="{89A0F1A0-98ED-4080-AAAF-517F9C24D1DE}" dt="2023-06-14T23:22:29.823" v="655"/>
          <ac:picMkLst>
            <pc:docMk/>
            <pc:sldMk cId="2320596288" sldId="274"/>
            <ac:picMk id="24" creationId="{C589F688-119D-23E2-2000-CFD53E01F751}"/>
          </ac:picMkLst>
        </pc:picChg>
        <pc:picChg chg="add del mod">
          <ac:chgData name="Alessandro Puglisi" userId="858cc4a1209dfa0b" providerId="LiveId" clId="{89A0F1A0-98ED-4080-AAAF-517F9C24D1DE}" dt="2023-06-14T23:27:37.179" v="660"/>
          <ac:picMkLst>
            <pc:docMk/>
            <pc:sldMk cId="2320596288" sldId="274"/>
            <ac:picMk id="37" creationId="{CA634A92-11F0-3860-B659-BC7C66263511}"/>
          </ac:picMkLst>
        </pc:picChg>
        <pc:picChg chg="add del mod">
          <ac:chgData name="Alessandro Puglisi" userId="858cc4a1209dfa0b" providerId="LiveId" clId="{89A0F1A0-98ED-4080-AAAF-517F9C24D1DE}" dt="2023-06-15T09:09:13.988" v="664"/>
          <ac:picMkLst>
            <pc:docMk/>
            <pc:sldMk cId="2320596288" sldId="274"/>
            <ac:picMk id="38" creationId="{7BFD2F4A-8178-316E-578B-913068699B9E}"/>
          </ac:picMkLst>
        </pc:picChg>
      </pc:sldChg>
      <pc:sldChg chg="addSp delSp modSp new mod modTransition modAnim">
        <pc:chgData name="Alessandro Puglisi" userId="858cc4a1209dfa0b" providerId="LiveId" clId="{89A0F1A0-98ED-4080-AAAF-517F9C24D1DE}" dt="2023-06-15T09:19:24.124" v="669"/>
        <pc:sldMkLst>
          <pc:docMk/>
          <pc:sldMk cId="3382104619" sldId="275"/>
        </pc:sldMkLst>
        <pc:spChg chg="del">
          <ac:chgData name="Alessandro Puglisi" userId="858cc4a1209dfa0b" providerId="LiveId" clId="{89A0F1A0-98ED-4080-AAAF-517F9C24D1DE}" dt="2023-06-14T18:44:31.304" v="63" actId="478"/>
          <ac:spMkLst>
            <pc:docMk/>
            <pc:sldMk cId="3382104619" sldId="275"/>
            <ac:spMk id="2" creationId="{7DD90652-A4CE-E556-80C2-51091AD747B5}"/>
          </ac:spMkLst>
        </pc:spChg>
        <pc:spChg chg="del">
          <ac:chgData name="Alessandro Puglisi" userId="858cc4a1209dfa0b" providerId="LiveId" clId="{89A0F1A0-98ED-4080-AAAF-517F9C24D1DE}" dt="2023-06-14T18:43:42.254" v="53" actId="931"/>
          <ac:spMkLst>
            <pc:docMk/>
            <pc:sldMk cId="3382104619" sldId="275"/>
            <ac:spMk id="3" creationId="{7ACDB30A-67D4-DE2A-77E6-EA0B6FC0E16F}"/>
          </ac:spMkLst>
        </pc:spChg>
        <pc:spChg chg="add mod">
          <ac:chgData name="Alessandro Puglisi" userId="858cc4a1209dfa0b" providerId="LiveId" clId="{89A0F1A0-98ED-4080-AAAF-517F9C24D1DE}" dt="2023-06-14T18:45:27.711" v="139" actId="14100"/>
          <ac:spMkLst>
            <pc:docMk/>
            <pc:sldMk cId="3382104619" sldId="275"/>
            <ac:spMk id="6" creationId="{59A42FD3-0CA6-CFB2-54F9-5D95E86FDF51}"/>
          </ac:spMkLst>
        </pc:spChg>
        <pc:spChg chg="add mod">
          <ac:chgData name="Alessandro Puglisi" userId="858cc4a1209dfa0b" providerId="LiveId" clId="{89A0F1A0-98ED-4080-AAAF-517F9C24D1DE}" dt="2023-06-14T18:51:33.910" v="242" actId="1076"/>
          <ac:spMkLst>
            <pc:docMk/>
            <pc:sldMk cId="3382104619" sldId="275"/>
            <ac:spMk id="7" creationId="{DF3602FF-2D35-6094-424B-91F6833AB8EC}"/>
          </ac:spMkLst>
        </pc:spChg>
        <pc:spChg chg="add mod">
          <ac:chgData name="Alessandro Puglisi" userId="858cc4a1209dfa0b" providerId="LiveId" clId="{89A0F1A0-98ED-4080-AAAF-517F9C24D1DE}" dt="2023-06-14T18:51:04.694" v="220" actId="1076"/>
          <ac:spMkLst>
            <pc:docMk/>
            <pc:sldMk cId="3382104619" sldId="275"/>
            <ac:spMk id="8" creationId="{C87057F1-B0D8-7818-1537-6C39A6FFA328}"/>
          </ac:spMkLst>
        </pc:spChg>
        <pc:spChg chg="add mod">
          <ac:chgData name="Alessandro Puglisi" userId="858cc4a1209dfa0b" providerId="LiveId" clId="{89A0F1A0-98ED-4080-AAAF-517F9C24D1DE}" dt="2023-06-14T18:56:23.895" v="440" actId="1076"/>
          <ac:spMkLst>
            <pc:docMk/>
            <pc:sldMk cId="3382104619" sldId="275"/>
            <ac:spMk id="9" creationId="{47423508-E2A0-B3D1-AF2E-622E158A5E9A}"/>
          </ac:spMkLst>
        </pc:spChg>
        <pc:picChg chg="add del mod">
          <ac:chgData name="Alessandro Puglisi" userId="858cc4a1209dfa0b" providerId="LiveId" clId="{89A0F1A0-98ED-4080-AAAF-517F9C24D1DE}" dt="2023-06-15T09:19:24.124" v="669"/>
          <ac:picMkLst>
            <pc:docMk/>
            <pc:sldMk cId="3382104619" sldId="275"/>
            <ac:picMk id="2" creationId="{EA94FFC9-15E5-1307-31D7-9246BC750819}"/>
          </ac:picMkLst>
        </pc:picChg>
        <pc:picChg chg="add mod">
          <ac:chgData name="Alessandro Puglisi" userId="858cc4a1209dfa0b" providerId="LiveId" clId="{89A0F1A0-98ED-4080-AAAF-517F9C24D1DE}" dt="2023-06-15T09:19:24.124" v="669"/>
          <ac:picMkLst>
            <pc:docMk/>
            <pc:sldMk cId="3382104619" sldId="275"/>
            <ac:picMk id="3" creationId="{EEE3D0E6-6BAE-0F19-1484-5E3ABE6686F8}"/>
          </ac:picMkLst>
        </pc:picChg>
        <pc:picChg chg="add mod modCrop">
          <ac:chgData name="Alessandro Puglisi" userId="858cc4a1209dfa0b" providerId="LiveId" clId="{89A0F1A0-98ED-4080-AAAF-517F9C24D1DE}" dt="2023-06-14T18:46:00.290" v="144" actId="1076"/>
          <ac:picMkLst>
            <pc:docMk/>
            <pc:sldMk cId="3382104619" sldId="275"/>
            <ac:picMk id="5" creationId="{B79EF306-019D-7F60-F801-AC148C740551}"/>
          </ac:picMkLst>
        </pc:picChg>
        <pc:picChg chg="add del mod">
          <ac:chgData name="Alessandro Puglisi" userId="858cc4a1209dfa0b" providerId="LiveId" clId="{89A0F1A0-98ED-4080-AAAF-517F9C24D1DE}" dt="2023-06-14T19:54:59.918" v="534"/>
          <ac:picMkLst>
            <pc:docMk/>
            <pc:sldMk cId="3382104619" sldId="275"/>
            <ac:picMk id="10" creationId="{5CF811A9-5599-BE8C-5204-E83EB262B3E4}"/>
          </ac:picMkLst>
        </pc:picChg>
        <pc:picChg chg="add del mod">
          <ac:chgData name="Alessandro Puglisi" userId="858cc4a1209dfa0b" providerId="LiveId" clId="{89A0F1A0-98ED-4080-AAAF-517F9C24D1DE}" dt="2023-06-14T19:55:58.570" v="536"/>
          <ac:picMkLst>
            <pc:docMk/>
            <pc:sldMk cId="3382104619" sldId="275"/>
            <ac:picMk id="11" creationId="{0C8F2EB1-D490-E72F-0A87-3C9C0C00650B}"/>
          </ac:picMkLst>
        </pc:picChg>
        <pc:picChg chg="add del mod ord">
          <ac:chgData name="Alessandro Puglisi" userId="858cc4a1209dfa0b" providerId="LiveId" clId="{89A0F1A0-98ED-4080-AAAF-517F9C24D1DE}" dt="2023-06-14T19:57:07.987" v="537"/>
          <ac:picMkLst>
            <pc:docMk/>
            <pc:sldMk cId="3382104619" sldId="275"/>
            <ac:picMk id="15" creationId="{ED80469F-94BE-61D3-8F84-AB609AA10C65}"/>
          </ac:picMkLst>
        </pc:picChg>
        <pc:picChg chg="add del mod">
          <ac:chgData name="Alessandro Puglisi" userId="858cc4a1209dfa0b" providerId="LiveId" clId="{89A0F1A0-98ED-4080-AAAF-517F9C24D1DE}" dt="2023-06-14T22:16:06.682" v="540"/>
          <ac:picMkLst>
            <pc:docMk/>
            <pc:sldMk cId="3382104619" sldId="275"/>
            <ac:picMk id="16" creationId="{088F221D-A362-DC35-A738-CC1B0CED4C1F}"/>
          </ac:picMkLst>
        </pc:picChg>
        <pc:picChg chg="add del mod">
          <ac:chgData name="Alessandro Puglisi" userId="858cc4a1209dfa0b" providerId="LiveId" clId="{89A0F1A0-98ED-4080-AAAF-517F9C24D1DE}" dt="2023-06-14T22:54:06.890" v="594"/>
          <ac:picMkLst>
            <pc:docMk/>
            <pc:sldMk cId="3382104619" sldId="275"/>
            <ac:picMk id="20" creationId="{3CE168F8-AA23-8D37-1FA1-F8E35E5381F2}"/>
          </ac:picMkLst>
        </pc:picChg>
        <pc:picChg chg="add del mod">
          <ac:chgData name="Alessandro Puglisi" userId="858cc4a1209dfa0b" providerId="LiveId" clId="{89A0F1A0-98ED-4080-AAAF-517F9C24D1DE}" dt="2023-06-14T22:55:15.732" v="599"/>
          <ac:picMkLst>
            <pc:docMk/>
            <pc:sldMk cId="3382104619" sldId="275"/>
            <ac:picMk id="21" creationId="{76094678-4DAB-A044-2E90-76E6D3C12F0A}"/>
          </ac:picMkLst>
        </pc:picChg>
        <pc:picChg chg="add del mod ord">
          <ac:chgData name="Alessandro Puglisi" userId="858cc4a1209dfa0b" providerId="LiveId" clId="{89A0F1A0-98ED-4080-AAAF-517F9C24D1DE}" dt="2023-06-14T23:02:08.143" v="607"/>
          <ac:picMkLst>
            <pc:docMk/>
            <pc:sldMk cId="3382104619" sldId="275"/>
            <ac:picMk id="27" creationId="{E3426F09-31BB-AF34-55E3-D331B3EB79F6}"/>
          </ac:picMkLst>
        </pc:picChg>
        <pc:picChg chg="add del mod">
          <ac:chgData name="Alessandro Puglisi" userId="858cc4a1209dfa0b" providerId="LiveId" clId="{89A0F1A0-98ED-4080-AAAF-517F9C24D1DE}" dt="2023-06-14T23:10:15.376" v="616"/>
          <ac:picMkLst>
            <pc:docMk/>
            <pc:sldMk cId="3382104619" sldId="275"/>
            <ac:picMk id="28" creationId="{F032AFEE-24CF-5381-D315-337AE067C352}"/>
          </ac:picMkLst>
        </pc:picChg>
        <pc:picChg chg="add del mod">
          <ac:chgData name="Alessandro Puglisi" userId="858cc4a1209dfa0b" providerId="LiveId" clId="{89A0F1A0-98ED-4080-AAAF-517F9C24D1DE}" dt="2023-06-14T23:11:36.811" v="631" actId="478"/>
          <ac:picMkLst>
            <pc:docMk/>
            <pc:sldMk cId="3382104619" sldId="275"/>
            <ac:picMk id="31" creationId="{5514C98E-1953-5D25-B272-34A4E75BC051}"/>
          </ac:picMkLst>
        </pc:picChg>
        <pc:picChg chg="add del mod">
          <ac:chgData name="Alessandro Puglisi" userId="858cc4a1209dfa0b" providerId="LiveId" clId="{89A0F1A0-98ED-4080-AAAF-517F9C24D1DE}" dt="2023-06-14T23:12:33.925" v="637" actId="478"/>
          <ac:picMkLst>
            <pc:docMk/>
            <pc:sldMk cId="3382104619" sldId="275"/>
            <ac:picMk id="32" creationId="{0B46C3B8-BED4-B014-2D19-BB79A63A38BF}"/>
          </ac:picMkLst>
        </pc:picChg>
        <pc:picChg chg="add del mod">
          <ac:chgData name="Alessandro Puglisi" userId="858cc4a1209dfa0b" providerId="LiveId" clId="{89A0F1A0-98ED-4080-AAAF-517F9C24D1DE}" dt="2023-06-14T23:18:38.753" v="651"/>
          <ac:picMkLst>
            <pc:docMk/>
            <pc:sldMk cId="3382104619" sldId="275"/>
            <ac:picMk id="33" creationId="{E149BF14-FF6F-F254-2180-5461776BDC03}"/>
          </ac:picMkLst>
        </pc:picChg>
        <pc:picChg chg="add del mod">
          <ac:chgData name="Alessandro Puglisi" userId="858cc4a1209dfa0b" providerId="LiveId" clId="{89A0F1A0-98ED-4080-AAAF-517F9C24D1DE}" dt="2023-06-14T23:18:44.515" v="653"/>
          <ac:picMkLst>
            <pc:docMk/>
            <pc:sldMk cId="3382104619" sldId="275"/>
            <ac:picMk id="34" creationId="{0DB92F9F-35B9-108D-89A0-592693229035}"/>
          </ac:picMkLst>
        </pc:picChg>
        <pc:picChg chg="add del mod ord">
          <ac:chgData name="Alessandro Puglisi" userId="858cc4a1209dfa0b" providerId="LiveId" clId="{89A0F1A0-98ED-4080-AAAF-517F9C24D1DE}" dt="2023-06-14T23:19:37.698" v="654"/>
          <ac:picMkLst>
            <pc:docMk/>
            <pc:sldMk cId="3382104619" sldId="275"/>
            <ac:picMk id="37" creationId="{255C3289-2A21-0FE9-1DE8-C7DF2D97A539}"/>
          </ac:picMkLst>
        </pc:picChg>
        <pc:picChg chg="add del mod">
          <ac:chgData name="Alessandro Puglisi" userId="858cc4a1209dfa0b" providerId="LiveId" clId="{89A0F1A0-98ED-4080-AAAF-517F9C24D1DE}" dt="2023-06-14T23:22:29.823" v="655"/>
          <ac:picMkLst>
            <pc:docMk/>
            <pc:sldMk cId="3382104619" sldId="275"/>
            <ac:picMk id="38" creationId="{4663CAE4-F48E-630C-3B62-EB89B8FAA84A}"/>
          </ac:picMkLst>
        </pc:picChg>
        <pc:picChg chg="add del mod">
          <ac:chgData name="Alessandro Puglisi" userId="858cc4a1209dfa0b" providerId="LiveId" clId="{89A0F1A0-98ED-4080-AAAF-517F9C24D1DE}" dt="2023-06-14T23:27:37.179" v="660"/>
          <ac:picMkLst>
            <pc:docMk/>
            <pc:sldMk cId="3382104619" sldId="275"/>
            <ac:picMk id="41" creationId="{435C83DF-2860-EE9C-3725-415D02F0F72B}"/>
          </ac:picMkLst>
        </pc:picChg>
        <pc:picChg chg="add del mod">
          <ac:chgData name="Alessandro Puglisi" userId="858cc4a1209dfa0b" providerId="LiveId" clId="{89A0F1A0-98ED-4080-AAAF-517F9C24D1DE}" dt="2023-06-14T23:27:42.646" v="662"/>
          <ac:picMkLst>
            <pc:docMk/>
            <pc:sldMk cId="3382104619" sldId="275"/>
            <ac:picMk id="42" creationId="{75591B28-BE68-22E7-A7A9-869D07FE5630}"/>
          </ac:picMkLst>
        </pc:picChg>
        <pc:picChg chg="add del mod ord">
          <ac:chgData name="Alessandro Puglisi" userId="858cc4a1209dfa0b" providerId="LiveId" clId="{89A0F1A0-98ED-4080-AAAF-517F9C24D1DE}" dt="2023-06-14T23:28:45.431" v="663"/>
          <ac:picMkLst>
            <pc:docMk/>
            <pc:sldMk cId="3382104619" sldId="275"/>
            <ac:picMk id="45" creationId="{CF753B7C-6B16-3620-CC0A-9DB0047A14C2}"/>
          </ac:picMkLst>
        </pc:picChg>
        <pc:picChg chg="add del mod">
          <ac:chgData name="Alessandro Puglisi" userId="858cc4a1209dfa0b" providerId="LiveId" clId="{89A0F1A0-98ED-4080-AAAF-517F9C24D1DE}" dt="2023-06-15T09:09:13.988" v="664"/>
          <ac:picMkLst>
            <pc:docMk/>
            <pc:sldMk cId="3382104619" sldId="275"/>
            <ac:picMk id="46" creationId="{7F046A82-735E-5EF4-E378-C601B8650A56}"/>
          </ac:picMkLst>
        </pc:picChg>
      </pc:sldChg>
      <pc:sldChg chg="addSp delSp modSp del modTransition modAnim">
        <pc:chgData name="Alessandro Puglisi" userId="858cc4a1209dfa0b" providerId="LiveId" clId="{89A0F1A0-98ED-4080-AAAF-517F9C24D1DE}" dt="2023-06-14T16:51:22.955" v="13" actId="2696"/>
        <pc:sldMkLst>
          <pc:docMk/>
          <pc:sldMk cId="3974795676" sldId="275"/>
        </pc:sldMkLst>
        <pc:picChg chg="del">
          <ac:chgData name="Alessandro Puglisi" userId="858cc4a1209dfa0b" providerId="LiveId" clId="{89A0F1A0-98ED-4080-AAAF-517F9C24D1DE}" dt="2023-06-14T15:49:08.062" v="0"/>
          <ac:picMkLst>
            <pc:docMk/>
            <pc:sldMk cId="3974795676" sldId="275"/>
            <ac:picMk id="4" creationId="{2DFC38EB-48AB-DF5F-74C0-9F2AA4BB188C}"/>
          </ac:picMkLst>
        </pc:picChg>
        <pc:picChg chg="add del mod">
          <ac:chgData name="Alessandro Puglisi" userId="858cc4a1209dfa0b" providerId="LiveId" clId="{89A0F1A0-98ED-4080-AAAF-517F9C24D1DE}" dt="2023-06-14T15:50:32.955" v="4"/>
          <ac:picMkLst>
            <pc:docMk/>
            <pc:sldMk cId="3974795676" sldId="275"/>
            <ac:picMk id="5" creationId="{8F349EAE-A1B2-4E72-75B0-568B4650729F}"/>
          </ac:picMkLst>
        </pc:picChg>
      </pc:sldChg>
      <pc:sldChg chg="new del">
        <pc:chgData name="Alessandro Puglisi" userId="858cc4a1209dfa0b" providerId="LiveId" clId="{89A0F1A0-98ED-4080-AAAF-517F9C24D1DE}" dt="2023-06-14T18:51:39.392" v="244" actId="680"/>
        <pc:sldMkLst>
          <pc:docMk/>
          <pc:sldMk cId="1334863988" sldId="276"/>
        </pc:sldMkLst>
      </pc:sldChg>
      <pc:sldChg chg="add del">
        <pc:chgData name="Alessandro Puglisi" userId="858cc4a1209dfa0b" providerId="LiveId" clId="{89A0F1A0-98ED-4080-AAAF-517F9C24D1DE}" dt="2023-06-14T19:22:04.749" v="454"/>
        <pc:sldMkLst>
          <pc:docMk/>
          <pc:sldMk cId="3419974258" sldId="27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 dirty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6E2F78-408D-4D17-B3B0-21AAA870EF61}" type="datetimeFigureOut">
              <a:rPr lang="it-IT" smtClean="0"/>
              <a:t>15/06/2023</a:t>
            </a:fld>
            <a:endParaRPr lang="it-IT" dirty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 dirty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1053DC-E03F-448C-AFC7-51546297B34E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44109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solidFill>
            <a:srgbClr val="D6DCE5"/>
          </a:solidFill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053DC-E03F-448C-AFC7-51546297B34E}" type="slidenum">
              <a:rPr lang="it-IT" smtClean="0"/>
              <a:t>1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3565055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solidFill>
            <a:srgbClr val="D6DCE5"/>
          </a:solidFill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053DC-E03F-448C-AFC7-51546297B34E}" type="slidenum">
              <a:rPr lang="it-IT" smtClean="0"/>
              <a:t>2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8669807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053DC-E03F-448C-AFC7-51546297B34E}" type="slidenum">
              <a:rPr lang="it-IT" smtClean="0"/>
              <a:t>3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969350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note 2"/>
              <p:cNvSpPr>
                <a:spLocks noGrp="1"/>
              </p:cNvSpPr>
              <p:nvPr>
                <p:ph type="body" idx="1"/>
              </p:nvPr>
            </p:nvSpPr>
            <p:spPr>
              <a:xfrm>
                <a:off x="767254" y="4400550"/>
                <a:ext cx="5404945" cy="3600450"/>
              </a:xfrm>
            </p:spPr>
            <p:txBody>
              <a:bodyPr/>
              <a:lstStyle/>
              <a:p>
                <a:r>
                  <a:rPr lang="en-US" sz="1100" b="1" kern="1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Network generators (G1,G2 feeding L1+L2) grid:</a:t>
                </a:r>
                <a:endParaRPr lang="it-IT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US" sz="1100" b="1" kern="1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it-IT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US" sz="1100" kern="1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from our data:</a:t>
                </a:r>
                <a:endParaRPr lang="it-IT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US" sz="1100" kern="1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it-IT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it-IT" sz="11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it-IT" sz="11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11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it-IT" sz="11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1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</m:d>
                    <m:r>
                      <a:rPr lang="en-US" sz="1100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it-IT" sz="11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1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1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1+10</m:t>
                        </m:r>
                        <m:r>
                          <a:rPr lang="en-US" sz="11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lang="en-US" sz="1100" kern="1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P</a:t>
                </a:r>
                <a:r>
                  <a:rPr lang="en-US" sz="1100" kern="100" baseline="-250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n,1</a:t>
                </a:r>
                <a:r>
                  <a:rPr lang="en-US" sz="1100" kern="1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=100MW</a:t>
                </a:r>
                <a:endParaRPr lang="it-IT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US" sz="1100" kern="1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it-IT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it-IT" sz="11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it-IT" sz="11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11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it-IT" sz="11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1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</m:d>
                    <m:r>
                      <a:rPr lang="en-US" sz="1100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it-IT" sz="11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1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1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1+5</m:t>
                        </m:r>
                        <m:r>
                          <a:rPr lang="en-US" sz="11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lang="en-US" sz="1100" kern="1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P</a:t>
                </a:r>
                <a:r>
                  <a:rPr lang="en-US" sz="1100" kern="100" baseline="-250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n,2 </a:t>
                </a:r>
                <a:r>
                  <a:rPr lang="en-US" sz="1100" kern="1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=50MW</a:t>
                </a:r>
                <a:endParaRPr lang="it-IT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US" sz="1100" kern="1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it-IT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US" sz="1100" kern="1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We find the equivalent alternator dynamic from power to freq. error considering the overall inertia of parallel generators as the sum of the two inertia(s):</a:t>
                </a:r>
                <a:endParaRPr lang="it-IT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US" sz="1100" kern="1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								            J</a:t>
                </a:r>
                <a:r>
                  <a:rPr lang="en-US" sz="1100" kern="100" baseline="-250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  <a:r>
                  <a:rPr lang="en-US" sz="1100" kern="1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=20 KJ/(r/s)</a:t>
                </a:r>
                <a:r>
                  <a:rPr lang="en-US" sz="1100" kern="100" baseline="300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2</a:t>
                </a:r>
                <a:r>
                  <a:rPr lang="en-US" sz="1100" kern="1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,  J</a:t>
                </a:r>
                <a:r>
                  <a:rPr lang="en-US" sz="1100" kern="100" baseline="-250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2</a:t>
                </a:r>
                <a:r>
                  <a:rPr lang="en-US" sz="1100" kern="1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=10 KJ/(r/s)</a:t>
                </a:r>
                <a:r>
                  <a:rPr lang="en-US" sz="1100" kern="100" baseline="300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2</a:t>
                </a:r>
                <a:endParaRPr lang="it-IT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US" sz="1100" kern="100" baseline="300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                                                                                                                                                                                                  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t-IT" sz="11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it-IT" sz="11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1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1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it-IT" sz="11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1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it-IT" sz="11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US" sz="11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1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it-IT" sz="11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it-IT" sz="11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US" sz="11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1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)∗</m:t>
                        </m:r>
                        <m:sSubSup>
                          <m:sSubSupPr>
                            <m:ctrlPr>
                              <a:rPr lang="it-IT" sz="11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it-IT" sz="11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11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11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sz="11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t-IT" sz="11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1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1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2960.88</m:t>
                        </m:r>
                      </m:den>
                    </m:f>
                  </m:oMath>
                </a14:m>
                <a:r>
                  <a:rPr lang="en-US" sz="11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   </a:t>
                </a:r>
                <a:endParaRPr lang="it-IT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US" sz="11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								   (the constant is obtained consideringa  10</a:t>
                </a:r>
                <a:r>
                  <a:rPr lang="en-US" sz="1100" kern="100" baseline="30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6</a:t>
                </a:r>
                <a:r>
                  <a:rPr lang="en-US" sz="11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factor since we are using data in MW) </a:t>
                </a:r>
                <a:endParaRPr lang="it-IT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US" sz="11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it-IT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US" sz="11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We followed the instruction to set up the secondary contribution proportional to generator nominal powers, obtaining </a:t>
                </a:r>
                <a:r>
                  <a:rPr lang="en-US" sz="1100" b="1" kern="1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β</a:t>
                </a:r>
                <a:r>
                  <a:rPr lang="en-US" sz="1100" b="1" kern="100" baseline="-250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  <a:r>
                  <a:rPr lang="en-US" sz="1100" b="1" kern="1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=1/3 , β</a:t>
                </a:r>
                <a:r>
                  <a:rPr lang="en-US" sz="1100" b="1" kern="100" baseline="-250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  <a:r>
                  <a:rPr lang="en-US" sz="1100" b="1" kern="1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=2/3</a:t>
                </a:r>
                <a:r>
                  <a:rPr lang="en-US" sz="1100" kern="1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100" b="1" kern="1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Network generators (G1,G2 feeding L1+L2) grid:</a:t>
                </a:r>
                <a:endParaRPr lang="it-IT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US" sz="1100" b="1" kern="1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it-IT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US" sz="1100" kern="1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Since we have to guarantee the same specification of the islanded case we proceeded by imposing a desired loop tf (called F in the Maxima script) whose response we verified on Matlab, and comparing it to the parametric loop transfer function – to mirror the desired behaviour- we obtained based on the block scheme. Imposing the equality of the coefficients of the polynomials in s we get a system of 3 equations in 3 unknowns K</a:t>
                </a:r>
                <a:r>
                  <a:rPr lang="en-US" sz="1100" kern="100" baseline="-250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p1</a:t>
                </a:r>
                <a:r>
                  <a:rPr lang="en-US" sz="1100" kern="1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K</a:t>
                </a:r>
                <a:r>
                  <a:rPr lang="en-US" sz="1100" kern="100" baseline="-250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p2</a:t>
                </a:r>
                <a:r>
                  <a:rPr lang="en-US" sz="1100" kern="1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and K</a:t>
                </a:r>
                <a:r>
                  <a:rPr lang="en-US" sz="1100" kern="100" baseline="-250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</a:t>
                </a:r>
                <a:r>
                  <a:rPr lang="en-US" sz="1100" kern="1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  <a:endParaRPr lang="it-IT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US" sz="1100" kern="1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We then solved it in </a:t>
                </a:r>
                <a:r>
                  <a:rPr lang="en-US" sz="1100" b="1" kern="1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Maxima</a:t>
                </a:r>
                <a:r>
                  <a:rPr lang="en-US" sz="1100" kern="1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 </a:t>
                </a:r>
                <a:endParaRPr lang="it-IT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it-IT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US" sz="1100" kern="1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it-IT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it-IT" dirty="0"/>
              </a:p>
            </p:txBody>
          </p:sp>
        </mc:Choice>
        <mc:Fallback xmlns="">
          <p:sp>
            <p:nvSpPr>
              <p:cNvPr id="3" name="Segnaposto note 2"/>
              <p:cNvSpPr>
                <a:spLocks noGrp="1"/>
              </p:cNvSpPr>
              <p:nvPr>
                <p:ph type="body" idx="1"/>
              </p:nvPr>
            </p:nvSpPr>
            <p:spPr>
              <a:xfrm>
                <a:off x="767254" y="4400550"/>
                <a:ext cx="5404945" cy="3600450"/>
              </a:xfrm>
            </p:spPr>
            <p:txBody>
              <a:bodyPr/>
              <a:lstStyle/>
              <a:p>
                <a:r>
                  <a:rPr lang="en-US" sz="1100" b="1" kern="1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Network generators (G1,G2 feeding L1+L2) grid:</a:t>
                </a:r>
                <a:endParaRPr lang="it-IT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US" sz="1100" b="1" kern="1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it-IT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US" sz="1100" kern="1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from our data:</a:t>
                </a:r>
                <a:endParaRPr lang="it-IT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US" sz="1100" kern="1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it-IT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it-IT" sz="1100" i="0" kern="10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𝑔_</a:t>
                </a:r>
                <a:r>
                  <a:rPr lang="en-US" sz="1100" i="0" kern="10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  <a:r>
                  <a:rPr lang="it-IT" sz="1100" i="0" kern="10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it-IT" sz="1100" i="0" kern="10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1100" i="0" kern="10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𝑠)=1</a:t>
                </a:r>
                <a:r>
                  <a:rPr lang="it-IT" sz="1100" i="0" kern="10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/(</a:t>
                </a:r>
                <a:r>
                  <a:rPr lang="en-US" sz="1100" i="0" kern="10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1+10𝑠</a:t>
                </a:r>
                <a:r>
                  <a:rPr lang="it-IT" sz="1100" i="0" kern="10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)</a:t>
                </a:r>
                <a:r>
                  <a:rPr lang="en-US" sz="1100" kern="1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P</a:t>
                </a:r>
                <a:r>
                  <a:rPr lang="en-US" sz="1100" kern="100" baseline="-250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n,1</a:t>
                </a:r>
                <a:r>
                  <a:rPr lang="en-US" sz="1100" kern="1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=100MW</a:t>
                </a:r>
                <a:endParaRPr lang="it-IT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US" sz="1100" kern="1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it-IT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it-IT" sz="1100" i="0" kern="10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𝑔_</a:t>
                </a:r>
                <a:r>
                  <a:rPr lang="en-US" sz="1100" i="0" kern="10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2</a:t>
                </a:r>
                <a:r>
                  <a:rPr lang="it-IT" sz="1100" i="0" kern="10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it-IT" sz="1100" i="0" kern="10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1100" i="0" kern="10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𝑠)=1</a:t>
                </a:r>
                <a:r>
                  <a:rPr lang="it-IT" sz="1100" i="0" kern="10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/(</a:t>
                </a:r>
                <a:r>
                  <a:rPr lang="en-US" sz="1100" i="0" kern="10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1+5𝑠</a:t>
                </a:r>
                <a:r>
                  <a:rPr lang="it-IT" sz="1100" i="0" kern="10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)</a:t>
                </a:r>
                <a:r>
                  <a:rPr lang="en-US" sz="1100" kern="1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P</a:t>
                </a:r>
                <a:r>
                  <a:rPr lang="en-US" sz="1100" kern="100" baseline="-250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n,2 </a:t>
                </a:r>
                <a:r>
                  <a:rPr lang="en-US" sz="1100" kern="1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=50MW</a:t>
                </a:r>
                <a:endParaRPr lang="it-IT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US" sz="1100" kern="1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it-IT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US" sz="1100" kern="1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We find the equivalent alternator dynamic from power to freq. error considering the overall inertia of parallel generators as the sum of the two inertia(s):</a:t>
                </a:r>
                <a:endParaRPr lang="it-IT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US" sz="1100" kern="1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								            J</a:t>
                </a:r>
                <a:r>
                  <a:rPr lang="en-US" sz="1100" kern="100" baseline="-250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  <a:r>
                  <a:rPr lang="en-US" sz="1100" kern="1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=20 KJ/(r/s)</a:t>
                </a:r>
                <a:r>
                  <a:rPr lang="en-US" sz="1100" kern="100" baseline="300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2</a:t>
                </a:r>
                <a:r>
                  <a:rPr lang="en-US" sz="1100" kern="1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,  J</a:t>
                </a:r>
                <a:r>
                  <a:rPr lang="en-US" sz="1100" kern="100" baseline="-250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2</a:t>
                </a:r>
                <a:r>
                  <a:rPr lang="en-US" sz="1100" kern="1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=10 KJ/(r/s)</a:t>
                </a:r>
                <a:r>
                  <a:rPr lang="en-US" sz="1100" kern="100" baseline="300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2</a:t>
                </a:r>
                <a:endParaRPr lang="it-IT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US" sz="1100" kern="100" baseline="300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                                                                                                                                                                                                           </a:t>
                </a:r>
                <a:r>
                  <a:rPr lang="en-US" sz="1100" i="0" kern="100"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10</a:t>
                </a:r>
                <a:r>
                  <a:rPr lang="it-IT" sz="1100" i="0" kern="100"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^</a:t>
                </a:r>
                <a:r>
                  <a:rPr lang="en-US" sz="1100" i="0" kern="100"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6</a:t>
                </a:r>
                <a:r>
                  <a:rPr lang="it-IT" sz="1100" i="0" kern="100"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/(〖</a:t>
                </a:r>
                <a:r>
                  <a:rPr lang="en-US" sz="1100" i="0" kern="100"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(</a:t>
                </a:r>
                <a:r>
                  <a:rPr lang="it-IT" sz="1100" i="0" kern="100"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𝐽〗_</a:t>
                </a:r>
                <a:r>
                  <a:rPr lang="en-US" sz="1100" i="0" kern="100"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1+</a:t>
                </a:r>
                <a:r>
                  <a:rPr lang="it-IT" sz="1100" i="0" kern="100"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𝐽_</a:t>
                </a:r>
                <a:r>
                  <a:rPr lang="en-US" sz="1100" i="0" kern="100"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2)∗</a:t>
                </a:r>
                <a:r>
                  <a:rPr lang="it-IT" sz="1100" i="0" kern="100"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𝜔_</a:t>
                </a:r>
                <a:r>
                  <a:rPr lang="en-US" sz="1100" i="0" kern="100"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0^2 </a:t>
                </a:r>
                <a:r>
                  <a:rPr lang="it-IT" sz="1100" i="0" kern="100"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)</a:t>
                </a:r>
                <a:r>
                  <a:rPr lang="en-US" sz="11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= </a:t>
                </a:r>
                <a:r>
                  <a:rPr lang="en-US" sz="1100" i="0" kern="100"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  <a:r>
                  <a:rPr lang="it-IT" sz="1100" i="0" kern="100"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/</a:t>
                </a:r>
                <a:r>
                  <a:rPr lang="en-US" sz="1100" i="0" kern="100"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2960.88</a:t>
                </a:r>
                <a:r>
                  <a:rPr lang="en-US" sz="11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   </a:t>
                </a:r>
                <a:endParaRPr lang="it-IT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US" sz="11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								   (the constant is obtained </a:t>
                </a:r>
                <a:r>
                  <a:rPr lang="en-US" sz="1100" kern="100" dirty="0" err="1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consideringa</a:t>
                </a:r>
                <a:r>
                  <a:rPr lang="en-US" sz="11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10</a:t>
                </a:r>
                <a:r>
                  <a:rPr lang="en-US" sz="1100" kern="100" baseline="30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6</a:t>
                </a:r>
                <a:r>
                  <a:rPr lang="en-US" sz="11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factor since we are using data in MW) </a:t>
                </a:r>
                <a:endParaRPr lang="it-IT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US" sz="11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it-IT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US" sz="11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We followed the instruction to set up the secondary contribution proportional to generator nominal powers, obtaining </a:t>
                </a:r>
                <a:r>
                  <a:rPr lang="en-US" sz="1100" b="1" kern="1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β</a:t>
                </a:r>
                <a:r>
                  <a:rPr lang="en-US" sz="1100" b="1" kern="100" baseline="-250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  <a:r>
                  <a:rPr lang="en-US" sz="1100" b="1" kern="1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=1/3 , β</a:t>
                </a:r>
                <a:r>
                  <a:rPr lang="en-US" sz="1100" b="1" kern="100" baseline="-250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  <a:r>
                  <a:rPr lang="en-US" sz="1100" b="1" kern="1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=2/3</a:t>
                </a:r>
                <a:r>
                  <a:rPr lang="en-US" sz="1100" kern="1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100" b="1" kern="1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Network generators (G1,G2 feeding L1+L2) grid:</a:t>
                </a:r>
                <a:endParaRPr lang="it-IT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US" sz="1100" b="1" kern="1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it-IT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US" sz="1100" kern="1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Since we have to guarantee the same specification of the islanded case we proceeded by imposing a desired loop </a:t>
                </a:r>
                <a:r>
                  <a:rPr lang="en-US" sz="1100" kern="100" dirty="0" err="1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tf</a:t>
                </a:r>
                <a:r>
                  <a:rPr lang="en-US" sz="1100" kern="1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(called F in the Maxima script) whose response we verified on </a:t>
                </a:r>
                <a:r>
                  <a:rPr lang="en-US" sz="1100" kern="100" dirty="0" err="1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Matlab</a:t>
                </a:r>
                <a:r>
                  <a:rPr lang="en-US" sz="1100" kern="1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and comparing it to the parametric loop transfer function – to mirror the desired </a:t>
                </a:r>
                <a:r>
                  <a:rPr lang="en-US" sz="1100" kern="100" dirty="0" err="1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behaviour</a:t>
                </a:r>
                <a:r>
                  <a:rPr lang="en-US" sz="1100" kern="1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- we obtained based on the block scheme. Imposing the equality of the coefficients of the polynomials in s we get a system of 3 equations in 3 unknowns K</a:t>
                </a:r>
                <a:r>
                  <a:rPr lang="en-US" sz="1100" kern="100" baseline="-250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p1</a:t>
                </a:r>
                <a:r>
                  <a:rPr lang="en-US" sz="1100" kern="1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K</a:t>
                </a:r>
                <a:r>
                  <a:rPr lang="en-US" sz="1100" kern="100" baseline="-250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p2</a:t>
                </a:r>
                <a:r>
                  <a:rPr lang="en-US" sz="1100" kern="1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and K</a:t>
                </a:r>
                <a:r>
                  <a:rPr lang="en-US" sz="1100" kern="100" baseline="-250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</a:t>
                </a:r>
                <a:r>
                  <a:rPr lang="en-US" sz="1100" kern="1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  <a:endParaRPr lang="it-IT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US" sz="1100" kern="1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We then solved it in </a:t>
                </a:r>
                <a:r>
                  <a:rPr lang="en-US" sz="1100" b="1" kern="1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Maxima</a:t>
                </a:r>
                <a:r>
                  <a:rPr lang="en-US" sz="1100" kern="1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 </a:t>
                </a:r>
                <a:endParaRPr lang="it-IT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it-IT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US" sz="1100" kern="1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it-IT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it-IT" dirty="0"/>
              </a:p>
            </p:txBody>
          </p:sp>
        </mc:Fallback>
      </mc:AlternateContent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053DC-E03F-448C-AFC7-51546297B34E}" type="slidenum">
              <a:rPr lang="it-IT" smtClean="0"/>
              <a:t>4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251723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053DC-E03F-448C-AFC7-51546297B34E}" type="slidenum">
              <a:rPr lang="it-IT" smtClean="0"/>
              <a:t>5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962864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053DC-E03F-448C-AFC7-51546297B34E}" type="slidenum">
              <a:rPr lang="it-IT" smtClean="0"/>
              <a:t>16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076497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B84A324-96BC-D0C1-6CE4-0E4952BCF7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61B12DC-8DEF-3708-F510-95D06226AA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B459426-25E1-3ABA-9FCB-F3B109F90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C2EDE-7D11-4EE7-B3CC-A9796C693F35}" type="datetimeFigureOut">
              <a:rPr lang="it-IT" smtClean="0"/>
              <a:t>15/06/2023</a:t>
            </a:fld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A4453A6-FF1A-4908-A53C-D0943C8D5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0C764B8-407C-75EA-D9DF-46BDFD256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637A3-A47D-4082-ACC9-B85711DB0CDE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32865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0FC251B-0FFF-9D80-CF09-91CD6E234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5804BE3-6BC1-C29E-6351-66914F547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CD5B9D6-4F3C-7796-5622-1C4C83F4C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C2EDE-7D11-4EE7-B3CC-A9796C693F35}" type="datetimeFigureOut">
              <a:rPr lang="it-IT" smtClean="0"/>
              <a:t>15/06/2023</a:t>
            </a:fld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0466208-66C8-1353-9C0A-37FF4F44A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A89DD13-5FC3-DB51-7DC9-A67057F77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637A3-A47D-4082-ACC9-B85711DB0CDE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34150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A3FE751-39E7-DFBA-A1B8-6E24B2E06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3C3199D-3EE9-DE32-BA2A-6BA45B52FB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E59D0AB-288F-E079-9F2A-24EF521EA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C2EDE-7D11-4EE7-B3CC-A9796C693F35}" type="datetimeFigureOut">
              <a:rPr lang="it-IT" smtClean="0"/>
              <a:t>15/06/2023</a:t>
            </a:fld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67F75BE-E3E4-59F7-3595-72BAD26BA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B1AA3EA-5A80-28B3-807B-D45C1FA75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637A3-A47D-4082-ACC9-B85711DB0CDE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51362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ED2098F-B43A-F755-2354-2989568F9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2C6AA56-2325-242A-1BA8-42343CC622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0DB53AC-ABA8-8B21-3D8F-54DC5EEC7C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A19B6C6-FA1A-EB13-5762-ADA5189BB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C2EDE-7D11-4EE7-B3CC-A9796C693F35}" type="datetimeFigureOut">
              <a:rPr lang="it-IT" smtClean="0"/>
              <a:t>15/06/2023</a:t>
            </a:fld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346A8D2-4861-3630-EDF3-F8AE9C446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F3B035E-2C95-A647-6318-78FC3F993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637A3-A47D-4082-ACC9-B85711DB0CDE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3908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DF0D76-1B36-01C6-1873-0E35C35C2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9289F46-BABC-C7C6-A401-386A398165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B269F6B-1BD7-6E74-C994-030A817FE3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1F105788-0D2B-17C1-74D9-DA49F70264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D3CF001A-0C3F-1680-6D99-932B614E95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AA856026-13C3-435C-4070-D6082EDF2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C2EDE-7D11-4EE7-B3CC-A9796C693F35}" type="datetimeFigureOut">
              <a:rPr lang="it-IT" smtClean="0"/>
              <a:t>15/06/2023</a:t>
            </a:fld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7C45BA31-5519-6BDE-2FCE-77B113E65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B21BBED5-0F31-4F6C-3209-1265F8E51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637A3-A47D-4082-ACC9-B85711DB0CDE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229068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DDACE40-213B-0C9A-B123-3C889FC55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AA46877-9E88-BAF2-F707-8FF693B09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C2EDE-7D11-4EE7-B3CC-A9796C693F35}" type="datetimeFigureOut">
              <a:rPr lang="it-IT" smtClean="0"/>
              <a:t>15/06/2023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425BE9B-69D6-B8A9-5225-2DC3E4DA7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D4C8A9B-96E4-C86C-4359-24E14A14A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637A3-A47D-4082-ACC9-B85711DB0CDE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50630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38B23560-058A-10DD-FE3E-F3C661240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C2EDE-7D11-4EE7-B3CC-A9796C693F35}" type="datetimeFigureOut">
              <a:rPr lang="it-IT" smtClean="0"/>
              <a:t>15/06/2023</a:t>
            </a:fld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C355D5B7-0121-F594-0524-16F2C9E84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0339832-C783-B8AB-A1D6-1C9383AB4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637A3-A47D-4082-ACC9-B85711DB0CDE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26817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F69CFD5-9F58-D251-A261-F4EC37703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EEA3C5-EA16-31D8-DE56-CBBF5B593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E3A1181-11D1-40D2-C3A4-1819C9D1DF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D11F6F4-3B60-0BBA-F0D9-6E5970BCD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C2EDE-7D11-4EE7-B3CC-A9796C693F35}" type="datetimeFigureOut">
              <a:rPr lang="it-IT" smtClean="0"/>
              <a:t>15/06/2023</a:t>
            </a:fld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5FD8793-93C6-8230-1158-4194BD3A8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700FEA0-D9E5-9CE4-90E6-17A272545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637A3-A47D-4082-ACC9-B85711DB0CDE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74185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CCA43CA-A1FE-3318-E410-15DC35CC4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E5959D52-F69E-CEF9-0508-322273C94A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9A8FD4B-CD37-033C-1261-BAA9ABE41B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A63FCA3-A6D3-B7E8-807F-8891C2576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C2EDE-7D11-4EE7-B3CC-A9796C693F35}" type="datetimeFigureOut">
              <a:rPr lang="it-IT" smtClean="0"/>
              <a:t>15/06/2023</a:t>
            </a:fld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7AC91B8-BC8C-0F1B-9FB9-BD770CB42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6D2D859-715B-2F3E-0D56-9D4B980F2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637A3-A47D-4082-ACC9-B85711DB0CDE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845252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1A4A607-C216-3218-F309-2F1D07CCF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65FDC5B-DB29-7CCC-AF1D-C6364F4D03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ADD1D84-32BF-5B7A-2BFA-730EC7934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C2EDE-7D11-4EE7-B3CC-A9796C693F35}" type="datetimeFigureOut">
              <a:rPr lang="it-IT" smtClean="0"/>
              <a:t>15/06/2023</a:t>
            </a:fld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3FE94E5-0D9B-DF34-9497-ABB35B622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56CE191-2CBD-CCB8-D601-B646C6624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637A3-A47D-4082-ACC9-B85711DB0CDE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90033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D497360A-729D-EEBC-D460-24EF3A2554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C5981CB-1B25-B49D-D1B8-881F4776BB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6272220-C213-C99B-AE79-6030D8BF2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C2EDE-7D11-4EE7-B3CC-A9796C693F35}" type="datetimeFigureOut">
              <a:rPr lang="it-IT" smtClean="0"/>
              <a:t>15/06/2023</a:t>
            </a:fld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48512E8-4EE2-EC49-0487-202038C63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BF56D8B-98AF-F729-D7DF-47C2EDAB2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637A3-A47D-4082-ACC9-B85711DB0CDE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56203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C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ADCB8ABE-A0A9-1C73-18C9-5B8D06FA8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0CC9E2-FA03-0FD2-5CCA-7521B986A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E3511BE-9E6A-562F-3154-E343C6C409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9C2EDE-7D11-4EE7-B3CC-A9796C693F35}" type="datetimeFigureOut">
              <a:rPr lang="it-IT" smtClean="0"/>
              <a:t>15/06/2023</a:t>
            </a:fld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3C8C02C-242E-ECB2-440A-149DB3A6DA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129C3D6-7F62-D448-22CA-958B4B15D8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0637A3-A47D-4082-ACC9-B85711DB0CDE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63981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7607307-D358-D6DF-14BE-C755C2892D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7832" y="15565"/>
            <a:ext cx="9144000" cy="1910204"/>
          </a:xfrm>
        </p:spPr>
        <p:txBody>
          <a:bodyPr>
            <a:normAutofit/>
          </a:bodyPr>
          <a:lstStyle/>
          <a:p>
            <a:br>
              <a:rPr lang="en-US" sz="3200" kern="1400" spc="-5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kern="1400" spc="-5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Automation of Energy Systems</a:t>
            </a:r>
            <a:br>
              <a:rPr lang="it-IT" sz="3200" kern="1400" spc="-5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kern="0" dirty="0">
                <a:solidFill>
                  <a:srgbClr val="C00000"/>
                </a:solidFill>
                <a:effectLst/>
                <a:latin typeface="LiberationSans"/>
                <a:ea typeface="Calibri" panose="020F0502020204030204" pitchFamily="34" charset="0"/>
                <a:cs typeface="LiberationSans"/>
              </a:rPr>
              <a:t>Project for the academic year 2022/2023 </a:t>
            </a:r>
            <a:br>
              <a:rPr lang="en-US" sz="3200" kern="0" dirty="0">
                <a:solidFill>
                  <a:srgbClr val="C00000"/>
                </a:solidFill>
                <a:effectLst/>
                <a:latin typeface="LiberationSans"/>
                <a:ea typeface="Calibri" panose="020F0502020204030204" pitchFamily="34" charset="0"/>
                <a:cs typeface="LiberationSans"/>
              </a:rPr>
            </a:br>
            <a:br>
              <a:rPr lang="it-IT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it-IT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Riccardo Mondin, Davide Pizzoccheri, Alessandro Puglisi, Nicolò Spinelli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ottotitolo 2">
                <a:extLst>
                  <a:ext uri="{FF2B5EF4-FFF2-40B4-BE49-F238E27FC236}">
                    <a16:creationId xmlns:a16="http://schemas.microsoft.com/office/drawing/2014/main" id="{E034F32A-3152-5603-3AD2-9EE5BA069D13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634258" y="2319969"/>
                <a:ext cx="10691149" cy="3831219"/>
              </a:xfrm>
            </p:spPr>
            <p:txBody>
              <a:bodyPr>
                <a:normAutofit lnSpcReduction="10000"/>
              </a:bodyPr>
              <a:lstStyle/>
              <a:p>
                <a:pPr algn="l"/>
                <a:r>
                  <a:rPr lang="it-IT" sz="1800" b="1" dirty="0">
                    <a:solidFill>
                      <a:srgbClr val="C00000"/>
                    </a:solidFill>
                    <a:latin typeface="+mj-lt"/>
                  </a:rPr>
                  <a:t>PROBLEM STATEMENT:</a:t>
                </a:r>
              </a:p>
              <a:p>
                <a:pPr algn="l"/>
                <a:r>
                  <a:rPr lang="it-IT" sz="1800" dirty="0"/>
                  <a:t>AC system,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=50 </m:t>
                    </m:r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𝐻𝑧</m:t>
                    </m:r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sz="1800" b="0" dirty="0"/>
                  <a:t> , </a:t>
                </a:r>
                <a:r>
                  <a:rPr lang="it-IT" sz="1800" dirty="0"/>
                  <a:t>Three generators: </a:t>
                </a:r>
                <a:endParaRPr lang="it-IT" sz="1800" b="0" dirty="0"/>
              </a:p>
              <a:p>
                <a:pPr algn="l"/>
                <a:r>
                  <a:rPr lang="it-IT" sz="1800" b="1" dirty="0"/>
                  <a:t>G1</a:t>
                </a:r>
                <a:r>
                  <a:rPr lang="it-IT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=100</m:t>
                    </m:r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𝑀𝑊</m:t>
                    </m:r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  ,  </m:t>
                    </m:r>
                    <m:sSub>
                      <m:sSubPr>
                        <m:ctrlPr>
                          <a:rPr lang="it-IT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sz="1800" dirty="0"/>
                          <m:t>τ</m:t>
                        </m:r>
                      </m:e>
                      <m:sub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=10 </m:t>
                    </m:r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𝑠𝑒𝑐</m:t>
                    </m:r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it-IT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=20</m:t>
                    </m:r>
                    <m:f>
                      <m:fPr>
                        <m:ctrlPr>
                          <a:rPr lang="it-IT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𝐾𝐽</m:t>
                        </m:r>
                      </m:num>
                      <m:den>
                        <m:sSup>
                          <m:sSupPr>
                            <m:ctrlP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it-IT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it-IT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it-IT" sz="18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num>
                                  <m:den>
                                    <m:r>
                                      <a:rPr lang="it-IT" sz="18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   , </m:t>
                    </m:r>
                    <m:sSub>
                      <m:sSubPr>
                        <m:ctrlPr>
                          <a:rPr lang="it-IT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it-IT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sz="1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=0.5+1.5∗</m:t>
                    </m:r>
                    <m:sSup>
                      <m:sSupPr>
                        <m:ctrlPr>
                          <a:rPr lang="it-IT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it-IT" sz="1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it-IT" sz="1800" dirty="0"/>
                          <m:t>−95)</m:t>
                        </m:r>
                      </m:e>
                      <m:sup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it-IT" sz="1800" b="0" dirty="0"/>
              </a:p>
              <a:p>
                <a:pPr algn="l"/>
                <a:r>
                  <a:rPr lang="it-IT" sz="1800" b="1" dirty="0"/>
                  <a:t>G2</a:t>
                </a:r>
                <a:r>
                  <a:rPr lang="it-IT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=50</m:t>
                    </m:r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𝑀𝑊</m:t>
                    </m:r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  ,  </m:t>
                    </m:r>
                    <m:sSub>
                      <m:sSubPr>
                        <m:ctrlPr>
                          <a:rPr lang="it-IT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sz="1800" dirty="0"/>
                          <m:t>τ</m:t>
                        </m:r>
                      </m:e>
                      <m:sub>
                        <m:r>
                          <a:rPr lang="it-IT" sz="1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=5 </m:t>
                    </m:r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𝑠𝑒𝑐</m:t>
                    </m:r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it-IT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=10</m:t>
                    </m:r>
                    <m:f>
                      <m:fPr>
                        <m:ctrlPr>
                          <a:rPr lang="it-IT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𝐾𝐽</m:t>
                        </m:r>
                      </m:num>
                      <m:den>
                        <m:sSup>
                          <m:sSupPr>
                            <m:ctrlP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it-IT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it-IT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it-IT" sz="18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num>
                                  <m:den>
                                    <m:r>
                                      <a:rPr lang="it-IT" sz="18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   , </m:t>
                    </m:r>
                    <m:sSub>
                      <m:sSubPr>
                        <m:ctrlPr>
                          <a:rPr lang="it-IT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it-IT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sz="1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=1+3∗</m:t>
                    </m:r>
                    <m:sSup>
                      <m:sSupPr>
                        <m:ctrlPr>
                          <a:rPr lang="it-IT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it-IT" sz="1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it-IT" sz="1800" dirty="0"/>
                          <m:t>−</m:t>
                        </m:r>
                        <m:r>
                          <m:rPr>
                            <m:nor/>
                          </m:rPr>
                          <a:rPr lang="it-IT" sz="1800" b="0" i="0" dirty="0" smtClean="0"/>
                          <m:t>48</m:t>
                        </m:r>
                        <m:r>
                          <m:rPr>
                            <m:nor/>
                          </m:rPr>
                          <a:rPr lang="it-IT" sz="1800" dirty="0"/>
                          <m:t>)</m:t>
                        </m:r>
                      </m:e>
                      <m:sup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it-IT" sz="1800" dirty="0"/>
              </a:p>
              <a:p>
                <a:pPr algn="l"/>
                <a:r>
                  <a:rPr lang="it-IT" sz="1800" b="1" dirty="0"/>
                  <a:t>G3</a:t>
                </a:r>
                <a:r>
                  <a:rPr lang="it-IT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=150</m:t>
                    </m:r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𝑀𝑊</m:t>
                    </m:r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  ,  </m:t>
                    </m:r>
                    <m:sSub>
                      <m:sSubPr>
                        <m:ctrlPr>
                          <a:rPr lang="it-IT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sz="1800" dirty="0"/>
                          <m:t>τ</m:t>
                        </m:r>
                      </m:e>
                      <m:sub>
                        <m:r>
                          <a:rPr lang="it-IT" sz="18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=20 </m:t>
                    </m:r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𝑠𝑒𝑐</m:t>
                    </m:r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it-IT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=10</m:t>
                    </m:r>
                    <m:f>
                      <m:fPr>
                        <m:ctrlPr>
                          <a:rPr lang="it-IT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𝐾𝐽</m:t>
                        </m:r>
                      </m:num>
                      <m:den>
                        <m:sSup>
                          <m:sSupPr>
                            <m:ctrlP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it-IT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it-IT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it-IT" sz="18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num>
                                  <m:den>
                                    <m:r>
                                      <a:rPr lang="it-IT" sz="18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   , </m:t>
                    </m:r>
                    <m:sSub>
                      <m:sSubPr>
                        <m:ctrlPr>
                          <a:rPr lang="it-IT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it-IT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sz="1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=1.5+4∗</m:t>
                    </m:r>
                    <m:sSup>
                      <m:sSupPr>
                        <m:ctrlPr>
                          <a:rPr lang="it-IT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it-IT" sz="1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it-IT" sz="1800" dirty="0"/>
                          <m:t>−</m:t>
                        </m:r>
                        <m:r>
                          <m:rPr>
                            <m:nor/>
                          </m:rPr>
                          <a:rPr lang="it-IT" sz="1800" b="0" i="0" dirty="0" smtClean="0"/>
                          <m:t>140</m:t>
                        </m:r>
                        <m:r>
                          <m:rPr>
                            <m:nor/>
                          </m:rPr>
                          <a:rPr lang="it-IT" sz="1800" dirty="0"/>
                          <m:t>)</m:t>
                        </m:r>
                      </m:e>
                      <m:sup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it-IT" sz="1800" dirty="0"/>
              </a:p>
              <a:p>
                <a:pPr algn="l"/>
                <a:r>
                  <a:rPr lang="it-IT" sz="1800" b="1" kern="1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Assumptions:</a:t>
                </a:r>
                <a:endParaRPr lang="it-IT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 algn="l">
                  <a:buFont typeface="Calibri" panose="020F0502020204030204" pitchFamily="34" charset="0"/>
                  <a:buChar char="-"/>
                </a:pPr>
                <a:r>
                  <a:rPr lang="en-US" sz="1800" kern="1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Rigid network when using multiple generators</a:t>
                </a:r>
                <a:endParaRPr lang="it-IT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 algn="l">
                  <a:buFont typeface="Calibri" panose="020F0502020204030204" pitchFamily="34" charset="0"/>
                  <a:buChar char="-"/>
                </a:pPr>
                <a:r>
                  <a:rPr lang="en-US" sz="1800" kern="1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generators can be activated/deactivated at any time, useful assumption when solving the optimization problem. </a:t>
                </a:r>
                <a:endParaRPr lang="it-IT" sz="2000" b="1" dirty="0">
                  <a:solidFill>
                    <a:srgbClr val="C0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" name="Sottotitolo 2">
                <a:extLst>
                  <a:ext uri="{FF2B5EF4-FFF2-40B4-BE49-F238E27FC236}">
                    <a16:creationId xmlns:a16="http://schemas.microsoft.com/office/drawing/2014/main" id="{E034F32A-3152-5603-3AD2-9EE5BA069D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634258" y="2319969"/>
                <a:ext cx="10691149" cy="3831219"/>
              </a:xfrm>
              <a:blipFill>
                <a:blip r:embed="rId3"/>
                <a:stretch>
                  <a:fillRect l="-456" t="-222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9265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11CB87-EA96-589B-D796-2F255A086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526" y="171346"/>
            <a:ext cx="10515600" cy="700666"/>
          </a:xfrm>
        </p:spPr>
        <p:txBody>
          <a:bodyPr>
            <a:normAutofit/>
          </a:bodyPr>
          <a:lstStyle/>
          <a:p>
            <a:r>
              <a:rPr lang="it-IT" sz="3200" b="1" dirty="0">
                <a:solidFill>
                  <a:srgbClr val="C00000"/>
                </a:solidFill>
              </a:rPr>
              <a:t>Configuration A, Control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041F4977-4406-618D-1F17-DDEA0CCBCC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7707" y="872012"/>
                <a:ext cx="10515600" cy="4351338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it-IT" sz="2600" dirty="0">
                    <a:solidFill>
                      <a:srgbClr val="0070C0"/>
                    </a:solidFill>
                  </a:rPr>
                  <a:t>G3 feeding L3+L4 (Islanded case):</a:t>
                </a:r>
              </a:p>
              <a:p>
                <a:pPr marL="0" indent="0">
                  <a:buNone/>
                </a:pPr>
                <a:r>
                  <a:rPr lang="it-IT" dirty="0"/>
                  <a:t> </a:t>
                </a:r>
                <a:r>
                  <a:rPr lang="it-IT" sz="2000" dirty="0"/>
                  <a:t>from specification: </a:t>
                </a:r>
              </a:p>
              <a:p>
                <a:pPr>
                  <a:buFont typeface="Courier New" panose="02070309020205020404" pitchFamily="49" charset="0"/>
                  <a:buChar char="o"/>
                </a:pPr>
                <a:r>
                  <a:rPr lang="en-US" sz="18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δPe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 ramp, 5MW over 10 sec</a:t>
                </a:r>
              </a:p>
              <a:p>
                <a:pPr>
                  <a:buFont typeface="Courier New" panose="02070309020205020404" pitchFamily="49" charset="0"/>
                  <a:buChar char="o"/>
                </a:pPr>
                <a:r>
                  <a:rPr lang="en-US" sz="18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δω</a:t>
                </a:r>
                <a:r>
                  <a:rPr lang="en-US" sz="1800" baseline="-250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≤ </a:t>
                </a:r>
                <a:r>
                  <a:rPr lang="en-US" sz="18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0.05 </a:t>
                </a:r>
              </a:p>
              <a:p>
                <a:pPr>
                  <a:buFont typeface="Courier New" panose="02070309020205020404" pitchFamily="49" charset="0"/>
                  <a:buChar char="o"/>
                </a:pPr>
                <a:r>
                  <a:rPr lang="en-US" sz="18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</a:t>
                </a:r>
                <a:r>
                  <a:rPr lang="en-US" sz="1800" baseline="-250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set </a:t>
                </a:r>
                <a:r>
                  <a:rPr lang="en-US" sz="18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≈ 15 min</a:t>
                </a:r>
                <a:r>
                  <a:rPr lang="en-US" sz="1800" dirty="0">
                    <a:solidFill>
                      <a:srgbClr val="0070C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 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5/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ω</a:t>
                </a:r>
                <a:r>
                  <a:rPr lang="en-US" sz="1800" baseline="-250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c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 ≤ 900  → </a:t>
                </a:r>
                <a:r>
                  <a:rPr lang="en-US" sz="1800" b="1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ω</a:t>
                </a:r>
                <a:r>
                  <a:rPr lang="en-US" sz="1800" b="1" baseline="-250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  </a:t>
                </a:r>
                <a:r>
                  <a:rPr lang="en-US" sz="1800" b="1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≥ 0.006 rad/s</a:t>
                </a:r>
                <a:endParaRPr lang="en-US" sz="1800" b="1" dirty="0">
                  <a:solidFill>
                    <a:srgbClr val="0070C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buFont typeface="Courier New" panose="02070309020205020404" pitchFamily="49" charset="0"/>
                  <a:buChar char="o"/>
                </a:pPr>
                <a:r>
                  <a:rPr lang="en-US" sz="1800" b="1" dirty="0">
                    <a:solidFill>
                      <a:srgbClr val="0070C0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</a:rPr>
                  <a:t>φ</a:t>
                </a:r>
                <a:r>
                  <a:rPr lang="en-US" sz="1800" b="1" baseline="-25000" dirty="0">
                    <a:solidFill>
                      <a:srgbClr val="0070C0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</a:rPr>
                  <a:t>m </a:t>
                </a:r>
                <a:r>
                  <a:rPr lang="en-US" sz="1800" b="1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≥ 60°</a:t>
                </a:r>
                <a:r>
                  <a:rPr lang="en-US" sz="1800" b="1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 </a:t>
                </a: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design choice, non oscillatory response .</a:t>
                </a:r>
              </a:p>
              <a:p>
                <a:pPr marL="0" indent="0">
                  <a:buNone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</a:t>
                </a:r>
                <a:r>
                  <a:rPr lang="en-US" sz="1800" baseline="-250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A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it-IT" sz="1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it-IT" sz="12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8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J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∗</m:t>
                        </m:r>
                        <m:sSubSup>
                          <m:sSubSupPr>
                            <m:ctrlPr>
                              <a:rPr lang="it-IT" sz="12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>
                          <m:sSubPr>
                            <m:ctrlPr>
                              <a:rPr lang="it-IT" sz="12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,3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6.573 sec	,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g</m:t>
                    </m:r>
                    <m:d>
                      <m:dPr>
                        <m:ctrlPr>
                          <a:rPr lang="it-IT" sz="1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</m:d>
                    <m:r>
                      <a:rPr lang="en-US" sz="18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it-IT" sz="1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1+20</m:t>
                        </m:r>
                        <m:r>
                          <a:rPr lang="en-US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𝑠</m:t>
                        </m:r>
                      </m:den>
                    </m:f>
                  </m:oMath>
                </a14:m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Loop shaping: </a:t>
                </a:r>
                <a:r>
                  <a:rPr lang="en-US" sz="1800" b="1" kern="1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C(</a:t>
                </a:r>
                <a:r>
                  <a:rPr lang="en-US" sz="1800" b="1" i="1" kern="1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</a:t>
                </a:r>
                <a:r>
                  <a:rPr lang="en-US" sz="1800" b="1" kern="1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t-IT" sz="1800" b="1" i="1" kern="10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800" b="1" i="1" kern="10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𝟏</m:t>
                        </m:r>
                        <m:r>
                          <a:rPr lang="en-US" sz="1800" b="1" i="1" kern="10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sz="1800" b="1" i="1" kern="10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𝟓𝟎𝟎</m:t>
                        </m:r>
                        <m:r>
                          <a:rPr lang="en-US" sz="1800" b="1" i="1" kern="10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𝒔</m:t>
                        </m:r>
                      </m:num>
                      <m:den>
                        <m:r>
                          <a:rPr lang="en-US" sz="1800" b="1" i="1" kern="10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𝟓𝟎𝟎</m:t>
                        </m:r>
                        <m:r>
                          <a:rPr lang="en-US" sz="1800" b="1" i="1" kern="10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𝒔</m:t>
                        </m:r>
                      </m:den>
                    </m:f>
                    <m:r>
                      <a:rPr lang="en-US" sz="1800" b="1" i="1" kern="10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∗</m:t>
                    </m:r>
                    <m:r>
                      <a:rPr lang="it-IT" sz="1800" b="1" i="1" kern="10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𝟎</m:t>
                    </m:r>
                    <m:r>
                      <a:rPr lang="it-IT" sz="1800" b="1" i="1" kern="10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it-IT" sz="1800" b="1" i="1" kern="10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𝟎𝟓𝟐</m:t>
                    </m:r>
                  </m:oMath>
                </a14:m>
                <a:endParaRPr lang="it-IT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it-IT" sz="1700" dirty="0"/>
              </a:p>
              <a:p>
                <a:pPr marL="0" indent="0">
                  <a:buNone/>
                </a:pPr>
                <a:endParaRPr lang="it-IT" sz="1700" dirty="0"/>
              </a:p>
              <a:p>
                <a:pPr marL="0" indent="0">
                  <a:buNone/>
                </a:pPr>
                <a:r>
                  <a:rPr lang="it-IT" sz="1700" dirty="0"/>
                  <a:t>Let’s simulate on Modelica: </a:t>
                </a:r>
              </a:p>
              <a:p>
                <a:pPr marL="0" indent="0">
                  <a:buNone/>
                </a:pPr>
                <a:endParaRPr lang="it-IT" sz="2000" dirty="0"/>
              </a:p>
              <a:p>
                <a:pPr marL="0" indent="0">
                  <a:buNone/>
                </a:pPr>
                <a:endParaRPr lang="it-IT" sz="2000" dirty="0"/>
              </a:p>
              <a:p>
                <a:pPr marL="0" indent="0">
                  <a:buNone/>
                </a:pPr>
                <a:endParaRPr lang="it-IT" sz="2000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041F4977-4406-618D-1F17-DDEA0CCBCC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7707" y="872012"/>
                <a:ext cx="10515600" cy="4351338"/>
              </a:xfrm>
              <a:blipFill>
                <a:blip r:embed="rId3"/>
                <a:stretch>
                  <a:fillRect l="-754" t="-294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magine 3" descr="Immagine che contiene testo, linea, diagramma, Diagramma&#10;&#10;Descrizione generata automaticamente">
            <a:extLst>
              <a:ext uri="{FF2B5EF4-FFF2-40B4-BE49-F238E27FC236}">
                <a16:creationId xmlns:a16="http://schemas.microsoft.com/office/drawing/2014/main" id="{91080015-455D-3B55-8D74-1946BE0BDD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2856" y="834391"/>
            <a:ext cx="6078686" cy="3413741"/>
          </a:xfrm>
          <a:prstGeom prst="rect">
            <a:avLst/>
          </a:prstGeom>
          <a:ln>
            <a:solidFill>
              <a:srgbClr val="E7E6E6">
                <a:lumMod val="75000"/>
              </a:srgbClr>
            </a:solidFill>
          </a:ln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0D11DB92-45EF-CBA4-FEC1-CA6C76BFEB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5126" y="4464128"/>
            <a:ext cx="4686399" cy="2298180"/>
          </a:xfrm>
          <a:prstGeom prst="rect">
            <a:avLst/>
          </a:prstGeom>
          <a:ln w="508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528948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6EDF525A-3D13-DE52-0BAC-622407A74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775" y="87076"/>
            <a:ext cx="11249025" cy="6014278"/>
          </a:xfrm>
        </p:spPr>
        <p:txBody>
          <a:bodyPr/>
          <a:lstStyle/>
          <a:p>
            <a:pPr marL="0" indent="0">
              <a:buNone/>
            </a:pPr>
            <a:r>
              <a:rPr lang="it-IT" sz="2000" dirty="0">
                <a:solidFill>
                  <a:srgbClr val="0070C0"/>
                </a:solidFill>
              </a:rPr>
              <a:t> </a:t>
            </a:r>
            <a:r>
              <a:rPr lang="it-IT" sz="2200" dirty="0">
                <a:solidFill>
                  <a:srgbClr val="0070C0"/>
                </a:solidFill>
              </a:rPr>
              <a:t>System’s response</a:t>
            </a:r>
            <a:r>
              <a:rPr lang="it-IT" sz="2000" dirty="0">
                <a:solidFill>
                  <a:srgbClr val="0070C0"/>
                </a:solidFill>
              </a:rPr>
              <a:t>							 </a:t>
            </a:r>
            <a:r>
              <a:rPr lang="it-IT" sz="1600" dirty="0">
                <a:solidFill>
                  <a:srgbClr val="C00000"/>
                </a:solidFill>
              </a:rPr>
              <a:t>								</a:t>
            </a:r>
            <a:r>
              <a:rPr lang="it-IT" dirty="0"/>
              <a:t>		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sz="1800" dirty="0"/>
          </a:p>
          <a:p>
            <a:pPr marL="0" indent="0">
              <a:buNone/>
            </a:pPr>
            <a:endParaRPr lang="it-IT" sz="1800" dirty="0"/>
          </a:p>
          <a:p>
            <a:pPr marL="0" indent="0">
              <a:buNone/>
            </a:pPr>
            <a:r>
              <a:rPr lang="en-US" sz="1600" b="1" kern="1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</a:t>
            </a:r>
            <a:endParaRPr lang="it-IT" sz="1600" b="1" kern="100" dirty="0">
              <a:solidFill>
                <a:srgbClr val="00B05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it-IT" sz="1600" dirty="0"/>
          </a:p>
        </p:txBody>
      </p:sp>
      <p:pic>
        <p:nvPicPr>
          <p:cNvPr id="10" name="Immagine 9" descr="Immagine che contiene testo, linea, Diagramma, diagramma&#10;&#10;Descrizione generata automaticamente">
            <a:extLst>
              <a:ext uri="{FF2B5EF4-FFF2-40B4-BE49-F238E27FC236}">
                <a16:creationId xmlns:a16="http://schemas.microsoft.com/office/drawing/2014/main" id="{A5B56277-767A-D6E5-9D9E-CC03E412D1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1048" y="843403"/>
            <a:ext cx="3569127" cy="2585597"/>
          </a:xfrm>
          <a:prstGeom prst="rect">
            <a:avLst/>
          </a:prstGeom>
          <a:ln w="5080">
            <a:solidFill>
              <a:schemeClr val="accent1"/>
            </a:solidFill>
          </a:ln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6C00D438-3BDC-0DF8-CE96-4B60A2A98D9D}"/>
              </a:ext>
            </a:extLst>
          </p:cNvPr>
          <p:cNvSpPr txBox="1"/>
          <p:nvPr/>
        </p:nvSpPr>
        <p:spPr>
          <a:xfrm>
            <a:off x="104775" y="451890"/>
            <a:ext cx="7403614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C00000"/>
                </a:solidFill>
              </a:rPr>
              <a:t>Neither settling time nor frequency error constraint guarantee!</a:t>
            </a:r>
          </a:p>
          <a:p>
            <a:endParaRPr lang="it-IT" dirty="0">
              <a:solidFill>
                <a:srgbClr val="C00000"/>
              </a:solidFill>
            </a:endParaRPr>
          </a:p>
          <a:p>
            <a:r>
              <a:rPr lang="it-IT" dirty="0"/>
              <a:t>First guess: to increase the loop gain; from simulations on Matlab by a </a:t>
            </a:r>
            <a:r>
              <a:rPr lang="en-US" dirty="0"/>
              <a:t>factor</a:t>
            </a:r>
            <a:r>
              <a:rPr lang="it-IT" dirty="0"/>
              <a:t> higher than 10 </a:t>
            </a:r>
            <a:r>
              <a:rPr lang="it-IT" dirty="0">
                <a:sym typeface="Wingdings" panose="05000000000000000000" pitchFamily="2" charset="2"/>
              </a:rPr>
              <a:t></a:t>
            </a:r>
            <a:r>
              <a:rPr lang="it-IT" dirty="0"/>
              <a:t> </a:t>
            </a:r>
            <a:r>
              <a:rPr lang="it-IT" b="1" dirty="0"/>
              <a:t>Oscillatory response </a:t>
            </a:r>
            <a:r>
              <a:rPr lang="it-IT" dirty="0"/>
              <a:t>caused by a low phase margin.</a:t>
            </a:r>
          </a:p>
          <a:p>
            <a:endParaRPr lang="it-IT" dirty="0"/>
          </a:p>
          <a:p>
            <a:r>
              <a:rPr lang="it-IT" dirty="0"/>
              <a:t>Explore use of </a:t>
            </a:r>
            <a:r>
              <a:rPr lang="it-IT" b="1" dirty="0"/>
              <a:t>PID</a:t>
            </a:r>
            <a:r>
              <a:rPr lang="it-IT" dirty="0"/>
              <a:t>, to have a faster controller and less frequency error.</a:t>
            </a:r>
          </a:p>
          <a:p>
            <a:r>
              <a:rPr lang="it-IT" dirty="0"/>
              <a:t>PID C(s):  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set up </a:t>
            </a:r>
            <a:r>
              <a:rPr lang="en-US" b="1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ω</a:t>
            </a:r>
            <a:r>
              <a:rPr lang="en-US" b="1" baseline="-250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  </a:t>
            </a:r>
            <a:r>
              <a:rPr lang="en-US" b="1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= 0.06 , 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one zero cancel gen pole, other zero in 0.022,  pole in 0.6.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Response: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</a:rPr>
              <a:t>slight violation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of frequency boundary, phase margin acceptable but on the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</a:rPr>
              <a:t>wrong side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of the diagram. 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Solution: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double the gain.</a:t>
            </a:r>
          </a:p>
          <a:p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it-IT" sz="1600" dirty="0"/>
          </a:p>
        </p:txBody>
      </p:sp>
      <p:pic>
        <p:nvPicPr>
          <p:cNvPr id="15" name="Immagine 14" descr="Immagine che contiene testo, linea, diagramma, Diagramma&#10;&#10;Descrizione generata automaticamente">
            <a:extLst>
              <a:ext uri="{FF2B5EF4-FFF2-40B4-BE49-F238E27FC236}">
                <a16:creationId xmlns:a16="http://schemas.microsoft.com/office/drawing/2014/main" id="{3B01638D-6309-2D7D-3A9D-A1CFCE6BEE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8467" y="3910670"/>
            <a:ext cx="4454290" cy="2755646"/>
          </a:xfrm>
          <a:prstGeom prst="rect">
            <a:avLst/>
          </a:prstGeom>
          <a:ln w="5080">
            <a:solidFill>
              <a:schemeClr val="accent1"/>
            </a:solidFill>
          </a:ln>
        </p:spPr>
      </p:pic>
      <p:pic>
        <p:nvPicPr>
          <p:cNvPr id="3" name="Immagine 2" descr="Immagine che contiene testo, linea, diagramma, Diagramma&#10;&#10;Descrizione generata automaticamente">
            <a:extLst>
              <a:ext uri="{FF2B5EF4-FFF2-40B4-BE49-F238E27FC236}">
                <a16:creationId xmlns:a16="http://schemas.microsoft.com/office/drawing/2014/main" id="{AB96C7F4-76B3-002D-42D3-6481E1ECFAC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32" r="4111"/>
          <a:stretch/>
        </p:blipFill>
        <p:spPr>
          <a:xfrm>
            <a:off x="4065213" y="3910670"/>
            <a:ext cx="3443176" cy="281131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00D4F38F-6B05-A9EE-25FF-75ABE34C2324}"/>
                  </a:ext>
                </a:extLst>
              </p:cNvPr>
              <p:cNvSpPr txBox="1"/>
              <p:nvPr/>
            </p:nvSpPr>
            <p:spPr>
              <a:xfrm>
                <a:off x="214853" y="3606177"/>
                <a:ext cx="4015142" cy="5335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kern="100" dirty="0">
                    <a:solidFill>
                      <a:srgbClr val="00B05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C(</a:t>
                </a:r>
                <a:r>
                  <a:rPr lang="en-US" b="1" i="1" kern="100" dirty="0">
                    <a:solidFill>
                      <a:srgbClr val="00B05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</a:t>
                </a:r>
                <a:r>
                  <a:rPr lang="en-US" b="1" kern="100" dirty="0">
                    <a:solidFill>
                      <a:srgbClr val="00B05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=2*6.573*(0.04)</a:t>
                </a:r>
                <a:r>
                  <a:rPr lang="en-US" b="1" kern="100" baseline="30000" dirty="0">
                    <a:solidFill>
                      <a:srgbClr val="00B05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  <a:r>
                  <a:rPr lang="en-US" b="1" kern="100" dirty="0">
                    <a:solidFill>
                      <a:srgbClr val="00B05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*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t-IT" b="1" i="1" kern="10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it-IT" b="1" i="1" kern="10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en-US" b="1" kern="10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𝟏</m:t>
                            </m:r>
                            <m:r>
                              <a:rPr lang="en-US" b="1" kern="10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+</m:t>
                            </m:r>
                            <m:r>
                              <a:rPr lang="en-US" b="1" kern="10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𝟒𝟓</m:t>
                            </m:r>
                            <m:r>
                              <a:rPr lang="en-US" b="1" kern="10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.</m:t>
                            </m:r>
                            <m:r>
                              <a:rPr lang="en-US" b="1" kern="10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𝟒𝟓𝐬</m:t>
                            </m:r>
                          </m:e>
                        </m:d>
                        <m:r>
                          <a:rPr lang="en-US" b="1" kern="10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∗(</m:t>
                        </m:r>
                        <m:r>
                          <a:rPr lang="en-US" b="1" kern="10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  <m:r>
                          <a:rPr lang="en-US" b="1" kern="10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+</m:t>
                        </m:r>
                        <m:r>
                          <a:rPr lang="en-US" b="1" kern="10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𝟐𝟎𝐬</m:t>
                        </m:r>
                        <m:r>
                          <a:rPr lang="en-US" b="1" kern="10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)</m:t>
                        </m:r>
                      </m:num>
                      <m:den>
                        <m:d>
                          <m:dPr>
                            <m:ctrlPr>
                              <a:rPr lang="it-IT" b="1" i="1" kern="10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en-US" b="1" kern="10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𝟏</m:t>
                            </m:r>
                            <m:r>
                              <a:rPr lang="en-US" b="1" kern="10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+</m:t>
                            </m:r>
                            <m:r>
                              <a:rPr lang="en-US" b="1" kern="10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𝟏</m:t>
                            </m:r>
                            <m:r>
                              <a:rPr lang="en-US" b="1" kern="10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,</m:t>
                            </m:r>
                            <m:r>
                              <a:rPr lang="en-US" b="1" kern="10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𝟔𝟕𝐬</m:t>
                            </m:r>
                          </m:e>
                        </m:d>
                        <m:r>
                          <a:rPr lang="en-US" b="1" kern="10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∗</m:t>
                        </m:r>
                        <m:r>
                          <a:rPr lang="en-US" b="1" kern="10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𝐬</m:t>
                        </m:r>
                      </m:den>
                    </m:f>
                  </m:oMath>
                </a14:m>
                <a:endParaRPr lang="it-IT" dirty="0"/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00D4F38F-6B05-A9EE-25FF-75ABE34C23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853" y="3606177"/>
                <a:ext cx="4015142" cy="533544"/>
              </a:xfrm>
              <a:prstGeom prst="rect">
                <a:avLst/>
              </a:prstGeom>
              <a:blipFill>
                <a:blip r:embed="rId6"/>
                <a:stretch>
                  <a:fillRect l="-1214" b="-229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2008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2D388266-AFF6-34AD-52D6-3422D54518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785" y="193431"/>
                <a:ext cx="11599451" cy="5983532"/>
              </a:xfrm>
            </p:spPr>
            <p:txBody>
              <a:bodyPr>
                <a:normAutofit/>
              </a:bodyPr>
              <a:lstStyle/>
              <a:p>
                <a:r>
                  <a:rPr lang="it-IT" sz="2200" dirty="0">
                    <a:solidFill>
                      <a:srgbClr val="0070C0"/>
                    </a:solidFill>
                  </a:rPr>
                  <a:t>G1,G2 feeding L1+L2 (networked generators)</a:t>
                </a:r>
              </a:p>
              <a:p>
                <a:pPr marL="0" indent="0">
                  <a:buNone/>
                </a:pPr>
                <a:r>
                  <a:rPr lang="it-IT" sz="2400" dirty="0">
                    <a:solidFill>
                      <a:srgbClr val="0070C0"/>
                    </a:solidFill>
                  </a:rPr>
                  <a:t>		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t-IT" sz="16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it-IT" sz="1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800" i="1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it-IT" sz="1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sz="1800" i="1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US" sz="1800" i="1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80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it-IT" sz="1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US" sz="1800" i="1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80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)∗</m:t>
                        </m:r>
                        <m:sSubSup>
                          <m:sSubSupPr>
                            <m:ctrlPr>
                              <a:rPr lang="it-IT" sz="1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i="1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1800" i="1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1800" i="1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t-IT" sz="1600" i="1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it-IT" sz="1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1800" i="1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</a:t>
                </a:r>
                <a:r>
                  <a:rPr lang="en-US" sz="16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 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T</a:t>
                </a:r>
                <a:r>
                  <a:rPr lang="en-US" sz="1600" b="1" baseline="-25000" dirty="0">
                    <a:solidFill>
                      <a:srgbClr val="0070C0"/>
                    </a:solidFill>
                  </a:rPr>
                  <a:t>A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 = 2960.88 sec  </a:t>
                </a:r>
                <a:r>
                  <a:rPr lang="en-US" sz="1600" dirty="0">
                    <a:solidFill>
                      <a:srgbClr val="0070C0"/>
                    </a:solidFill>
                  </a:rPr>
                  <a:t>(assuming overall inertia as the sum)</a:t>
                </a:r>
                <a:endParaRPr lang="it-IT" sz="1600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r>
                  <a:rPr lang="it-IT" sz="2400" dirty="0">
                    <a:solidFill>
                      <a:srgbClr val="0070C0"/>
                    </a:solidFill>
                  </a:rPr>
                  <a:t>					</a:t>
                </a:r>
                <a:r>
                  <a:rPr lang="en-US" sz="1600" b="1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β</a:t>
                </a:r>
                <a:r>
                  <a:rPr lang="en-US" sz="1600" b="1" baseline="-250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1</a:t>
                </a:r>
                <a:r>
                  <a:rPr lang="en-US" sz="1600" b="1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=1/3 , β</a:t>
                </a:r>
                <a:r>
                  <a:rPr lang="en-US" sz="1600" b="1" baseline="-250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2</a:t>
                </a:r>
                <a:r>
                  <a:rPr lang="en-US" sz="1600" b="1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=2/3</a:t>
                </a:r>
                <a:r>
                  <a:rPr lang="en-US" sz="16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(proportional to nominal Power)</a:t>
                </a:r>
              </a:p>
              <a:p>
                <a:pPr marL="0" indent="0">
                  <a:buNone/>
                </a:pPr>
                <a:endParaRPr lang="en-US" sz="1600" dirty="0">
                  <a:solidFill>
                    <a:srgbClr val="0070C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1600" dirty="0">
                  <a:solidFill>
                    <a:srgbClr val="0070C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1600" dirty="0">
                  <a:solidFill>
                    <a:srgbClr val="0070C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1600" dirty="0">
                  <a:solidFill>
                    <a:srgbClr val="0070C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1600" dirty="0">
                  <a:solidFill>
                    <a:srgbClr val="0070C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1600" dirty="0">
                  <a:solidFill>
                    <a:srgbClr val="0070C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1600" dirty="0">
                  <a:solidFill>
                    <a:srgbClr val="0070C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1600" dirty="0">
                  <a:solidFill>
                    <a:srgbClr val="0070C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1600" dirty="0">
                  <a:solidFill>
                    <a:srgbClr val="0070C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2D388266-AFF6-34AD-52D6-3422D54518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785" y="193431"/>
                <a:ext cx="11599451" cy="5983532"/>
              </a:xfrm>
              <a:blipFill>
                <a:blip r:embed="rId3"/>
                <a:stretch>
                  <a:fillRect l="-578" t="-132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magine 3">
            <a:extLst>
              <a:ext uri="{FF2B5EF4-FFF2-40B4-BE49-F238E27FC236}">
                <a16:creationId xmlns:a16="http://schemas.microsoft.com/office/drawing/2014/main" id="{312B6C3E-1FB1-90FC-D229-0737A8C7968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601" y="881841"/>
            <a:ext cx="3820160" cy="1821180"/>
          </a:xfrm>
          <a:prstGeom prst="rect">
            <a:avLst/>
          </a:prstGeom>
        </p:spPr>
      </p:pic>
      <p:pic>
        <p:nvPicPr>
          <p:cNvPr id="2" name="Immagine 1" descr="Immagine che contiene testo, schermata, Carattere&#10;&#10;Descrizione generata automaticamente">
            <a:extLst>
              <a:ext uri="{FF2B5EF4-FFF2-40B4-BE49-F238E27FC236}">
                <a16:creationId xmlns:a16="http://schemas.microsoft.com/office/drawing/2014/main" id="{7CE0D629-A825-ECB7-3796-EC7A620152E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601" y="2968036"/>
            <a:ext cx="4672330" cy="2634615"/>
          </a:xfrm>
          <a:prstGeom prst="rect">
            <a:avLst/>
          </a:prstGeom>
          <a:solidFill>
            <a:srgbClr val="92D050"/>
          </a:solidFill>
          <a:ln>
            <a:noFill/>
          </a:ln>
        </p:spPr>
      </p:pic>
      <p:pic>
        <p:nvPicPr>
          <p:cNvPr id="5" name="Immagine 4" descr="Immagine che contiene testo, Carattere, schermata, linea&#10;&#10;Descrizione generata automaticamente">
            <a:extLst>
              <a:ext uri="{FF2B5EF4-FFF2-40B4-BE49-F238E27FC236}">
                <a16:creationId xmlns:a16="http://schemas.microsoft.com/office/drawing/2014/main" id="{FFA57567-AF74-2DE1-1B96-8B19EDA52A5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428" y="5348928"/>
            <a:ext cx="5302250" cy="124523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</p:pic>
      <p:pic>
        <p:nvPicPr>
          <p:cNvPr id="6" name="Immagine 5" descr="Immagine che contiene testo, schermata, Carattere, linea&#10;&#10;Descrizione generata automaticamente">
            <a:extLst>
              <a:ext uri="{FF2B5EF4-FFF2-40B4-BE49-F238E27FC236}">
                <a16:creationId xmlns:a16="http://schemas.microsoft.com/office/drawing/2014/main" id="{1F128CF2-02E1-EF95-F854-864BC60C8B3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0428" y="2931211"/>
            <a:ext cx="4414334" cy="233947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980FBDFF-A21D-B0DB-A073-856EE77E67D0}"/>
              </a:ext>
            </a:extLst>
          </p:cNvPr>
          <p:cNvSpPr txBox="1"/>
          <p:nvPr/>
        </p:nvSpPr>
        <p:spPr>
          <a:xfrm>
            <a:off x="4669870" y="1775754"/>
            <a:ext cx="702336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Guarantee </a:t>
            </a:r>
            <a:r>
              <a:rPr lang="it-IT" sz="1600" b="1" dirty="0"/>
              <a:t>same specification</a:t>
            </a:r>
            <a:r>
              <a:rPr lang="it-IT" sz="1600" dirty="0"/>
              <a:t> of islanded case, design a goal L(s) and find the equivalent C(s) PID reversing the dynamic.</a:t>
            </a:r>
          </a:p>
          <a:p>
            <a:r>
              <a:rPr lang="it-IT" sz="1600" dirty="0"/>
              <a:t>Solve a </a:t>
            </a:r>
            <a:r>
              <a:rPr lang="it-IT" sz="1600" b="1" dirty="0"/>
              <a:t>system of equations </a:t>
            </a:r>
            <a:r>
              <a:rPr lang="it-IT" sz="1600" dirty="0"/>
              <a:t>with 3 degrees of freedom (unknowns kp1, kp2 and ks)</a:t>
            </a:r>
          </a:p>
        </p:txBody>
      </p:sp>
    </p:spTree>
    <p:extLst>
      <p:ext uri="{BB962C8B-B14F-4D97-AF65-F5344CB8AC3E}">
        <p14:creationId xmlns:p14="http://schemas.microsoft.com/office/powerpoint/2010/main" val="1312468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F2875A10-7CCA-9CD1-F82F-6388C8892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488" y="99742"/>
            <a:ext cx="11663156" cy="61889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2000" dirty="0">
                <a:solidFill>
                  <a:srgbClr val="0070C0"/>
                </a:solidFill>
              </a:rPr>
              <a:t>              </a:t>
            </a:r>
            <a:r>
              <a:rPr lang="it-IT" sz="2200" dirty="0">
                <a:solidFill>
                  <a:srgbClr val="0070C0"/>
                </a:solidFill>
              </a:rPr>
              <a:t>Modelica:</a:t>
            </a:r>
          </a:p>
          <a:p>
            <a:pPr marL="0" indent="0">
              <a:buNone/>
            </a:pPr>
            <a:endParaRPr lang="it-IT" sz="20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it-IT" sz="20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it-IT" sz="20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it-IT" sz="20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it-IT" sz="1800" b="1" dirty="0">
              <a:solidFill>
                <a:srgbClr val="00B050"/>
              </a:solidFill>
            </a:endParaRP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2F4C37B0-FBC4-1936-D0FC-3D972E66B0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411" y="594929"/>
            <a:ext cx="4660139" cy="2451565"/>
          </a:xfrm>
          <a:prstGeom prst="rect">
            <a:avLst/>
          </a:prstGeom>
          <a:ln w="5080">
            <a:solidFill>
              <a:schemeClr val="accent1"/>
            </a:solidFill>
          </a:ln>
        </p:spPr>
      </p:pic>
      <p:pic>
        <p:nvPicPr>
          <p:cNvPr id="10" name="Immagine 9" descr="Immagine che contiene testo, linea, Diagramma, diagramma&#10;&#10;Descrizione generata automaticamente">
            <a:extLst>
              <a:ext uri="{FF2B5EF4-FFF2-40B4-BE49-F238E27FC236}">
                <a16:creationId xmlns:a16="http://schemas.microsoft.com/office/drawing/2014/main" id="{19E320C4-6014-D2D9-6DF5-6D0DF65499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22722"/>
            <a:ext cx="4908550" cy="2995981"/>
          </a:xfrm>
          <a:prstGeom prst="rect">
            <a:avLst/>
          </a:prstGeom>
          <a:ln w="5080">
            <a:solidFill>
              <a:schemeClr val="accent1"/>
            </a:solidFill>
          </a:ln>
        </p:spPr>
      </p:pic>
      <p:pic>
        <p:nvPicPr>
          <p:cNvPr id="12" name="Immagine 11" descr="Immagine che contiene testo, diagramma, linea, Diagramma&#10;&#10;Descrizione generata automaticamente">
            <a:extLst>
              <a:ext uri="{FF2B5EF4-FFF2-40B4-BE49-F238E27FC236}">
                <a16:creationId xmlns:a16="http://schemas.microsoft.com/office/drawing/2014/main" id="{DA02201C-3093-0B0B-F544-B61760AECF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721627"/>
            <a:ext cx="4908550" cy="2970029"/>
          </a:xfrm>
          <a:prstGeom prst="rect">
            <a:avLst/>
          </a:prstGeom>
          <a:ln w="5080">
            <a:solidFill>
              <a:schemeClr val="accent1"/>
            </a:solidFill>
          </a:ln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CCB8CC09-8871-4851-D34F-ED79C41EA261}"/>
              </a:ext>
            </a:extLst>
          </p:cNvPr>
          <p:cNvSpPr txBox="1"/>
          <p:nvPr/>
        </p:nvSpPr>
        <p:spPr>
          <a:xfrm>
            <a:off x="990411" y="3721627"/>
            <a:ext cx="422366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Frequency error </a:t>
            </a:r>
            <a:r>
              <a:rPr lang="it-IT" b="1" dirty="0">
                <a:solidFill>
                  <a:srgbClr val="00CC00"/>
                </a:solidFill>
                <a:sym typeface="Wingdings" panose="05000000000000000000" pitchFamily="2" charset="2"/>
              </a:rPr>
              <a:t></a:t>
            </a:r>
            <a:endParaRPr lang="it-IT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Controller action heavily unbalanced </a:t>
            </a:r>
            <a:r>
              <a:rPr lang="it-IT" b="1" dirty="0">
                <a:solidFill>
                  <a:srgbClr val="FF0000"/>
                </a:solidFill>
                <a:sym typeface="Wingdings" panose="05000000000000000000" pitchFamily="2" charset="2"/>
              </a:rPr>
              <a:t> </a:t>
            </a:r>
            <a:r>
              <a:rPr lang="it-IT" b="1" dirty="0"/>
              <a:t> </a:t>
            </a:r>
          </a:p>
          <a:p>
            <a:pPr marL="0" indent="0">
              <a:buNone/>
            </a:pPr>
            <a:endParaRPr lang="it-IT" sz="1600" dirty="0"/>
          </a:p>
          <a:p>
            <a:pPr marL="0" indent="0">
              <a:buNone/>
            </a:pPr>
            <a:r>
              <a:rPr lang="it-IT" dirty="0"/>
              <a:t>→ During tuning we should also look inside the system, in particular the control action. </a:t>
            </a:r>
            <a:r>
              <a:rPr lang="it-IT" b="1" dirty="0"/>
              <a:t>Partition </a:t>
            </a:r>
            <a:r>
              <a:rPr lang="it-IT" dirty="0"/>
              <a:t>the effort proportionally to generator capability changing Ks, Kp1,2.</a:t>
            </a:r>
          </a:p>
          <a:p>
            <a:pPr marL="0" indent="0">
              <a:buNone/>
            </a:pPr>
            <a:r>
              <a:rPr lang="it-IT" dirty="0">
                <a:sym typeface="Wingdings" panose="05000000000000000000" pitchFamily="2" charset="2"/>
              </a:rPr>
              <a:t> </a:t>
            </a:r>
          </a:p>
          <a:p>
            <a:pPr marL="0" indent="0">
              <a:buNone/>
            </a:pPr>
            <a:r>
              <a:rPr lang="it-IT" b="1" dirty="0">
                <a:solidFill>
                  <a:srgbClr val="00B050"/>
                </a:solidFill>
              </a:rPr>
              <a:t>Kp1 = 1.064</a:t>
            </a:r>
          </a:p>
          <a:p>
            <a:pPr marL="0" indent="0">
              <a:buNone/>
            </a:pPr>
            <a:r>
              <a:rPr lang="it-IT" b="1" dirty="0">
                <a:solidFill>
                  <a:srgbClr val="00B050"/>
                </a:solidFill>
              </a:rPr>
              <a:t>Kp2= 0.677327</a:t>
            </a:r>
          </a:p>
          <a:p>
            <a:pPr marL="0" indent="0">
              <a:buNone/>
            </a:pPr>
            <a:r>
              <a:rPr lang="it-IT" b="1" dirty="0">
                <a:solidFill>
                  <a:srgbClr val="00B050"/>
                </a:solidFill>
              </a:rPr>
              <a:t>Ks = 0.016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428687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E50A5DC-9DC8-F8F8-5B3A-8DBE167C4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52786"/>
            <a:ext cx="10515600" cy="1325563"/>
          </a:xfrm>
        </p:spPr>
        <p:txBody>
          <a:bodyPr>
            <a:normAutofit/>
          </a:bodyPr>
          <a:lstStyle/>
          <a:p>
            <a:r>
              <a:rPr lang="it-IT" sz="3200" b="1" dirty="0">
                <a:solidFill>
                  <a:srgbClr val="C00000"/>
                </a:solidFill>
              </a:rPr>
              <a:t>Configuration A, Optimization</a:t>
            </a:r>
            <a:endParaRPr lang="it-IT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1C9B99E-7DEF-1371-C24B-C717F39389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256" y="762000"/>
                <a:ext cx="11776668" cy="5899154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8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(focus on G1,G2 feeding L1+L2)</a:t>
                </a:r>
              </a:p>
              <a:p>
                <a:pPr marL="0" indent="0">
                  <a:buNone/>
                </a:pPr>
                <a:r>
                  <a:rPr lang="en-US" sz="1800" b="1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G1: </a:t>
                </a:r>
                <a:r>
                  <a:rPr lang="en-US" sz="18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</a:t>
                </a:r>
                <a:r>
                  <a:rPr lang="en-US" sz="1800" kern="100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g1,min </a:t>
                </a:r>
                <a:r>
                  <a:rPr lang="en-US" sz="18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 15MW        P</a:t>
                </a:r>
                <a:r>
                  <a:rPr lang="en-US" sz="1800" kern="100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g1,max </a:t>
                </a:r>
                <a:r>
                  <a:rPr lang="en-US" sz="18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 100 MW		</a:t>
                </a:r>
                <a:endParaRPr lang="it-IT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18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G2: </a:t>
                </a:r>
                <a:r>
                  <a:rPr lang="en-U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</a:t>
                </a:r>
                <a:r>
                  <a:rPr lang="en-US" sz="1800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g2,min </a:t>
                </a:r>
                <a:r>
                  <a:rPr lang="en-U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 7.5 MW      P</a:t>
                </a:r>
                <a:r>
                  <a:rPr lang="en-US" sz="1800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g2,max </a:t>
                </a:r>
                <a:r>
                  <a:rPr lang="en-U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 50 MW</a:t>
                </a:r>
              </a:p>
              <a:p>
                <a:pPr marL="0" indent="0">
                  <a:buNone/>
                </a:pPr>
                <a:endParaRPr lang="it-IT" sz="1800" b="1" kern="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it-IT" dirty="0"/>
              </a:p>
              <a:p>
                <a:pPr marL="0" indent="0">
                  <a:buNone/>
                </a:pPr>
                <a:endParaRPr lang="it-IT" dirty="0"/>
              </a:p>
              <a:p>
                <a:pPr marL="0" indent="0">
                  <a:buNone/>
                </a:pPr>
                <a:endParaRPr lang="it-IT" dirty="0"/>
              </a:p>
              <a:p>
                <a:pPr marL="0" indent="0">
                  <a:buNone/>
                </a:pPr>
                <a:r>
                  <a:rPr lang="it-IT" sz="2000" b="1" dirty="0">
                    <a:solidFill>
                      <a:srgbClr val="0070C0"/>
                    </a:solidFill>
                  </a:rPr>
                  <a:t>Optimization problem:</a:t>
                </a:r>
              </a:p>
              <a:p>
                <a:pPr marL="0" indent="0">
                  <a:buNone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cost f: 	</a:t>
                </a:r>
                <a:r>
                  <a:rPr lang="en-US" sz="1800" i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f</a:t>
                </a:r>
                <a:r>
                  <a:rPr lang="en-U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(P</a:t>
                </a:r>
                <a:r>
                  <a:rPr lang="en-US" sz="1800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g1</a:t>
                </a:r>
                <a:r>
                  <a:rPr lang="en-U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,P</a:t>
                </a:r>
                <a:r>
                  <a:rPr lang="en-US" sz="1800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g2</a:t>
                </a:r>
                <a:r>
                  <a:rPr lang="en-U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) = c</a:t>
                </a:r>
                <a:r>
                  <a:rPr lang="en-US" sz="1800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  <a:r>
                  <a:rPr lang="en-U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(P</a:t>
                </a:r>
                <a:r>
                  <a:rPr lang="en-US" sz="1800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g1</a:t>
                </a:r>
                <a:r>
                  <a:rPr lang="en-U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)+c</a:t>
                </a:r>
                <a:r>
                  <a:rPr lang="en-US" sz="1800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2</a:t>
                </a:r>
                <a:r>
                  <a:rPr lang="en-U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(P</a:t>
                </a:r>
                <a:r>
                  <a:rPr lang="en-US" sz="1800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g2</a:t>
                </a:r>
                <a:r>
                  <a:rPr lang="en-U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)</a:t>
                </a:r>
                <a:endParaRPr lang="it-IT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18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s.t:	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it-IT" sz="18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it-IT" sz="18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it-IT" sz="1800" i="1" kern="100" baseline="-250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100" baseline="-250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1800" i="1" kern="100" baseline="-250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𝑔</m:t>
                                </m:r>
                                <m:r>
                                  <a:rPr lang="en-US" sz="1800" i="1" kern="100" baseline="-250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800" i="1" kern="100" baseline="-250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it-IT" sz="1800" i="1" kern="100" baseline="-250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100" baseline="-250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1800" i="1" kern="100" baseline="-250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𝑔</m:t>
                                </m:r>
                                <m:r>
                                  <a:rPr lang="en-US" sz="1800" i="1" kern="100" baseline="-250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1800" i="1" kern="100" baseline="-250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it-IT" sz="1800" i="1" kern="100" baseline="-250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100" baseline="-250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1800" i="1" kern="100" baseline="-250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𝑒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it-IT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𝑔</m:t>
                                </m:r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1,</m:t>
                                </m:r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𝑚𝑖𝑛</m:t>
                                </m:r>
                              </m:sub>
                            </m:sSub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≤</m:t>
                            </m:r>
                            <m:sSub>
                              <m:sSubPr>
                                <m:ctrlPr>
                                  <a:rPr lang="it-IT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𝑔</m:t>
                                </m:r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≤</m:t>
                            </m:r>
                            <m:sSub>
                              <m:sSubPr>
                                <m:ctrlPr>
                                  <a:rPr lang="it-IT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𝑔</m:t>
                                </m:r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1,</m:t>
                                </m:r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𝑚𝑎𝑥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it-IT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𝑔</m:t>
                                </m:r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2,</m:t>
                                </m:r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𝑚𝑖𝑛</m:t>
                                </m:r>
                              </m:sub>
                            </m:sSub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≤</m:t>
                            </m:r>
                            <m:sSub>
                              <m:sSubPr>
                                <m:ctrlPr>
                                  <a:rPr lang="it-IT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𝑔</m:t>
                                </m:r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≤</m:t>
                            </m:r>
                            <m:sSub>
                              <m:sSubPr>
                                <m:ctrlPr>
                                  <a:rPr lang="it-IT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𝑔</m:t>
                                </m:r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2,</m:t>
                                </m:r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𝑚𝑎𝑥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r>
                  <a:rPr lang="en-US" sz="18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sz="18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→</a:t>
                </a:r>
                <a:r>
                  <a:rPr lang="en-US" sz="18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as KKT formulation:   </a:t>
                </a:r>
                <a:endParaRPr lang="it-IT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it-IT" sz="2000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1C9B99E-7DEF-1371-C24B-C717F39389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256" y="762000"/>
                <a:ext cx="11776668" cy="5899154"/>
              </a:xfrm>
              <a:blipFill>
                <a:blip r:embed="rId2"/>
                <a:stretch>
                  <a:fillRect l="-569" t="-93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ella 4">
            <a:extLst>
              <a:ext uri="{FF2B5EF4-FFF2-40B4-BE49-F238E27FC236}">
                <a16:creationId xmlns:a16="http://schemas.microsoft.com/office/drawing/2014/main" id="{84A8E54E-59BA-7CD0-9EDC-447E65D22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9560112"/>
              </p:ext>
            </p:extLst>
          </p:nvPr>
        </p:nvGraphicFramePr>
        <p:xfrm>
          <a:off x="4256295" y="1087780"/>
          <a:ext cx="6467585" cy="787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248">
                  <a:extLst>
                    <a:ext uri="{9D8B030D-6E8A-4147-A177-3AD203B41FA5}">
                      <a16:colId xmlns:a16="http://schemas.microsoft.com/office/drawing/2014/main" val="3946018888"/>
                    </a:ext>
                  </a:extLst>
                </a:gridCol>
                <a:gridCol w="1008960">
                  <a:extLst>
                    <a:ext uri="{9D8B030D-6E8A-4147-A177-3AD203B41FA5}">
                      <a16:colId xmlns:a16="http://schemas.microsoft.com/office/drawing/2014/main" val="988235690"/>
                    </a:ext>
                  </a:extLst>
                </a:gridCol>
                <a:gridCol w="850832">
                  <a:extLst>
                    <a:ext uri="{9D8B030D-6E8A-4147-A177-3AD203B41FA5}">
                      <a16:colId xmlns:a16="http://schemas.microsoft.com/office/drawing/2014/main" val="938482608"/>
                    </a:ext>
                  </a:extLst>
                </a:gridCol>
                <a:gridCol w="943739">
                  <a:extLst>
                    <a:ext uri="{9D8B030D-6E8A-4147-A177-3AD203B41FA5}">
                      <a16:colId xmlns:a16="http://schemas.microsoft.com/office/drawing/2014/main" val="1362428896"/>
                    </a:ext>
                  </a:extLst>
                </a:gridCol>
                <a:gridCol w="1002417">
                  <a:extLst>
                    <a:ext uri="{9D8B030D-6E8A-4147-A177-3AD203B41FA5}">
                      <a16:colId xmlns:a16="http://schemas.microsoft.com/office/drawing/2014/main" val="3634324767"/>
                    </a:ext>
                  </a:extLst>
                </a:gridCol>
                <a:gridCol w="1021977">
                  <a:extLst>
                    <a:ext uri="{9D8B030D-6E8A-4147-A177-3AD203B41FA5}">
                      <a16:colId xmlns:a16="http://schemas.microsoft.com/office/drawing/2014/main" val="2806958689"/>
                    </a:ext>
                  </a:extLst>
                </a:gridCol>
                <a:gridCol w="1033412">
                  <a:extLst>
                    <a:ext uri="{9D8B030D-6E8A-4147-A177-3AD203B41FA5}">
                      <a16:colId xmlns:a16="http://schemas.microsoft.com/office/drawing/2014/main" val="2742857142"/>
                    </a:ext>
                  </a:extLst>
                </a:gridCol>
              </a:tblGrid>
              <a:tr h="393904"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1875538"/>
                  </a:ext>
                </a:extLst>
              </a:tr>
              <a:tr h="393904">
                <a:tc>
                  <a:txBody>
                    <a:bodyPr/>
                    <a:lstStyle/>
                    <a:p>
                      <a:r>
                        <a:rPr lang="it-IT" b="1" dirty="0">
                          <a:solidFill>
                            <a:srgbClr val="0070C0"/>
                          </a:solidFill>
                        </a:rPr>
                        <a:t>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5887333"/>
                  </a:ext>
                </a:extLst>
              </a:tr>
            </a:tbl>
          </a:graphicData>
        </a:graphic>
      </p:graphicFrame>
      <p:pic>
        <p:nvPicPr>
          <p:cNvPr id="6" name="Immagine 5" descr="Immagine che contiene testo, schermata, linea, diagramma&#10;&#10;Descrizione generata automaticamente">
            <a:extLst>
              <a:ext uri="{FF2B5EF4-FFF2-40B4-BE49-F238E27FC236}">
                <a16:creationId xmlns:a16="http://schemas.microsoft.com/office/drawing/2014/main" id="{BD493D6A-072C-8B61-29E4-A0C6DEEFE8E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022" y="2340741"/>
            <a:ext cx="6276314" cy="1206661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DA28813D-5419-2A42-9159-DE3D1EEA0DB7}"/>
              </a:ext>
            </a:extLst>
          </p:cNvPr>
          <p:cNvSpPr txBox="1"/>
          <p:nvPr/>
        </p:nvSpPr>
        <p:spPr>
          <a:xfrm>
            <a:off x="7378816" y="2502503"/>
            <a:ext cx="3345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800" b="1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 [60,100]    -&gt; (G1, G1+G2)  </a:t>
            </a:r>
            <a:endParaRPr lang="en-US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800" b="1" kern="0" baseline="-25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 [100,120]  -&gt; (G1+G2)</a:t>
            </a:r>
            <a:endParaRPr lang="it-IT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9467E237-6E7D-35D7-A432-6D33C798E709}"/>
              </a:ext>
            </a:extLst>
          </p:cNvPr>
          <p:cNvSpPr txBox="1"/>
          <p:nvPr/>
        </p:nvSpPr>
        <p:spPr>
          <a:xfrm>
            <a:off x="6296742" y="4079141"/>
            <a:ext cx="359162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1.5 + 1.5*(P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g1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-95)</a:t>
            </a:r>
            <a:r>
              <a:rPr lang="en-US" sz="1800" kern="1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+ 3*(P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g2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-48)</a:t>
            </a:r>
            <a:r>
              <a:rPr lang="en-US" sz="1800" kern="1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it-IT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 = P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g1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P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g2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P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endParaRPr lang="it-IT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=P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g1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P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g1,min</a:t>
            </a:r>
            <a:endParaRPr lang="it-IT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=P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g1,max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P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g1</a:t>
            </a:r>
            <a:endParaRPr lang="it-IT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=P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g2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P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g2,min</a:t>
            </a:r>
            <a:endParaRPr lang="it-IT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=P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g2,max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P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g2</a:t>
            </a:r>
            <a:endParaRPr lang="it-IT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it-IT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L=</a:t>
            </a:r>
            <a:r>
              <a:rPr lang="en-US" sz="1800" i="1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</a:t>
            </a:r>
            <a:r>
              <a:rPr lang="en-US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</a:t>
            </a:r>
            <a:r>
              <a:rPr lang="en-US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λ*</a:t>
            </a:r>
            <a:r>
              <a:rPr lang="en-US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 + </a:t>
            </a:r>
            <a:r>
              <a:rPr lang="en-US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μ*h      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(Lagrangian)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endParaRPr lang="it-IT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69938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AB8A136-8C44-0FFC-918D-366AD7BFCA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240" y="404262"/>
            <a:ext cx="11103219" cy="60494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1800" dirty="0"/>
              <a:t>Compare the feasible combinations for each </a:t>
            </a:r>
            <a:r>
              <a:rPr lang="it-IT" sz="1800" b="1" dirty="0"/>
              <a:t>Pe:</a:t>
            </a:r>
          </a:p>
          <a:p>
            <a:pPr marL="0" indent="0">
              <a:buNone/>
            </a:pPr>
            <a:r>
              <a:rPr lang="it-IT" sz="1800" b="1" dirty="0">
                <a:solidFill>
                  <a:srgbClr val="0070C0"/>
                </a:solidFill>
              </a:rPr>
              <a:t>Pe=60:</a:t>
            </a:r>
          </a:p>
          <a:p>
            <a:r>
              <a:rPr lang="it-IT" sz="1600" b="1" dirty="0"/>
              <a:t>G1 Only:	</a:t>
            </a:r>
          </a:p>
          <a:p>
            <a:pPr marL="0" indent="0">
              <a:buNone/>
            </a:pPr>
            <a:r>
              <a:rPr lang="en-US" sz="1600" b="1" kern="1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</a:t>
            </a:r>
            <a:r>
              <a:rPr lang="en-US" sz="1600" b="1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1600" b="1" kern="100" baseline="-250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g1 </a:t>
            </a:r>
            <a:r>
              <a:rPr lang="en-US" sz="1600" b="1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P</a:t>
            </a:r>
            <a:r>
              <a:rPr lang="en-US" sz="1600" b="1" kern="100" baseline="-250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 </a:t>
            </a:r>
            <a:r>
              <a:rPr lang="en-US" sz="1600" b="1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60</a:t>
            </a:r>
            <a:r>
              <a:rPr lang="en-US" sz="16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, </a:t>
            </a: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US" sz="16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0.5+1.5*(60-95)</a:t>
            </a:r>
            <a:r>
              <a:rPr lang="en-US" sz="1600" kern="1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=1838 </a:t>
            </a:r>
            <a:endParaRPr lang="it-IT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it-IT" sz="1600" b="1" dirty="0"/>
              <a:t>G1+G2:</a:t>
            </a:r>
          </a:p>
          <a:p>
            <a:pPr marL="0" indent="0">
              <a:buNone/>
            </a:pPr>
            <a:r>
              <a:rPr lang="it-IT" sz="1800" b="1" dirty="0"/>
              <a:t>Maxima:			</a:t>
            </a:r>
          </a:p>
          <a:p>
            <a:pPr marL="0" indent="0">
              <a:buNone/>
            </a:pPr>
            <a:endParaRPr lang="it-IT" sz="1800" b="1" dirty="0"/>
          </a:p>
          <a:p>
            <a:pPr marL="0" indent="0">
              <a:buNone/>
            </a:pPr>
            <a:endParaRPr lang="it-IT" sz="1800" b="1" dirty="0"/>
          </a:p>
          <a:p>
            <a:pPr marL="0" indent="0">
              <a:buNone/>
            </a:pPr>
            <a:endParaRPr lang="it-IT" sz="1800" b="1" dirty="0"/>
          </a:p>
          <a:p>
            <a:pPr marL="0" indent="0">
              <a:buNone/>
            </a:pPr>
            <a:endParaRPr lang="it-IT" sz="1800" b="1" dirty="0"/>
          </a:p>
          <a:p>
            <a:pPr marL="0" indent="0">
              <a:buNone/>
            </a:pPr>
            <a:endParaRPr lang="it-IT" sz="1800" b="1" dirty="0"/>
          </a:p>
          <a:p>
            <a:pPr marL="0" indent="0">
              <a:buNone/>
            </a:pPr>
            <a:endParaRPr lang="it-IT" sz="1800" b="1" dirty="0"/>
          </a:p>
          <a:p>
            <a:pPr marL="0" indent="0">
              <a:buNone/>
            </a:pPr>
            <a:endParaRPr lang="it-IT" sz="1800" b="1" dirty="0"/>
          </a:p>
          <a:p>
            <a:pPr marL="0" indent="0">
              <a:buNone/>
            </a:pPr>
            <a:r>
              <a:rPr lang="it-IT" sz="1800" b="1" dirty="0"/>
              <a:t>				</a:t>
            </a:r>
            <a:r>
              <a:rPr lang="it-IT" sz="1800" dirty="0"/>
              <a:t>cost rate G1+G2 &gt; cost rate G1 -&gt; for Pe=60 optimal choice: Only G1! </a:t>
            </a:r>
          </a:p>
        </p:txBody>
      </p:sp>
      <p:pic>
        <p:nvPicPr>
          <p:cNvPr id="4" name="Immagine 3" descr="Immagine che contiene testo, schermata, Carattere&#10;&#10;Descrizione generata automaticamente">
            <a:extLst>
              <a:ext uri="{FF2B5EF4-FFF2-40B4-BE49-F238E27FC236}">
                <a16:creationId xmlns:a16="http://schemas.microsoft.com/office/drawing/2014/main" id="{62ABE33B-BF67-08DA-2387-B092F187034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283" y="2576121"/>
            <a:ext cx="3318184" cy="317609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ella 5">
                <a:extLst>
                  <a:ext uri="{FF2B5EF4-FFF2-40B4-BE49-F238E27FC236}">
                    <a16:creationId xmlns:a16="http://schemas.microsoft.com/office/drawing/2014/main" id="{D4C3A03F-58D1-AF43-0545-D0363CF4814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34938247"/>
                  </p:ext>
                </p:extLst>
              </p:nvPr>
            </p:nvGraphicFramePr>
            <p:xfrm>
              <a:off x="3688510" y="2471334"/>
              <a:ext cx="8326314" cy="2468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5146">
                      <a:extLst>
                        <a:ext uri="{9D8B030D-6E8A-4147-A177-3AD203B41FA5}">
                          <a16:colId xmlns:a16="http://schemas.microsoft.com/office/drawing/2014/main" val="2222757825"/>
                        </a:ext>
                      </a:extLst>
                    </a:gridCol>
                    <a:gridCol w="925146">
                      <a:extLst>
                        <a:ext uri="{9D8B030D-6E8A-4147-A177-3AD203B41FA5}">
                          <a16:colId xmlns:a16="http://schemas.microsoft.com/office/drawing/2014/main" val="1359600966"/>
                        </a:ext>
                      </a:extLst>
                    </a:gridCol>
                    <a:gridCol w="925146">
                      <a:extLst>
                        <a:ext uri="{9D8B030D-6E8A-4147-A177-3AD203B41FA5}">
                          <a16:colId xmlns:a16="http://schemas.microsoft.com/office/drawing/2014/main" val="878015369"/>
                        </a:ext>
                      </a:extLst>
                    </a:gridCol>
                    <a:gridCol w="925146">
                      <a:extLst>
                        <a:ext uri="{9D8B030D-6E8A-4147-A177-3AD203B41FA5}">
                          <a16:colId xmlns:a16="http://schemas.microsoft.com/office/drawing/2014/main" val="3969812995"/>
                        </a:ext>
                      </a:extLst>
                    </a:gridCol>
                    <a:gridCol w="925146">
                      <a:extLst>
                        <a:ext uri="{9D8B030D-6E8A-4147-A177-3AD203B41FA5}">
                          <a16:colId xmlns:a16="http://schemas.microsoft.com/office/drawing/2014/main" val="3243997100"/>
                        </a:ext>
                      </a:extLst>
                    </a:gridCol>
                    <a:gridCol w="925146">
                      <a:extLst>
                        <a:ext uri="{9D8B030D-6E8A-4147-A177-3AD203B41FA5}">
                          <a16:colId xmlns:a16="http://schemas.microsoft.com/office/drawing/2014/main" val="2476382479"/>
                        </a:ext>
                      </a:extLst>
                    </a:gridCol>
                    <a:gridCol w="925146">
                      <a:extLst>
                        <a:ext uri="{9D8B030D-6E8A-4147-A177-3AD203B41FA5}">
                          <a16:colId xmlns:a16="http://schemas.microsoft.com/office/drawing/2014/main" val="3792425450"/>
                        </a:ext>
                      </a:extLst>
                    </a:gridCol>
                    <a:gridCol w="925146">
                      <a:extLst>
                        <a:ext uri="{9D8B030D-6E8A-4147-A177-3AD203B41FA5}">
                          <a16:colId xmlns:a16="http://schemas.microsoft.com/office/drawing/2014/main" val="3573976563"/>
                        </a:ext>
                      </a:extLst>
                    </a:gridCol>
                    <a:gridCol w="925146">
                      <a:extLst>
                        <a:ext uri="{9D8B030D-6E8A-4147-A177-3AD203B41FA5}">
                          <a16:colId xmlns:a16="http://schemas.microsoft.com/office/drawing/2014/main" val="312948334"/>
                        </a:ext>
                      </a:extLst>
                    </a:gridCol>
                  </a:tblGrid>
                  <a:tr h="28026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it-IT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smtClean="0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it-IT" b="1" smtClean="0">
                                        <a:latin typeface="Cambria Math" panose="02040503050406030204" pitchFamily="18" charset="0"/>
                                      </a:rPr>
                                      <m:t>𝒈</m:t>
                                    </m:r>
                                    <m:r>
                                      <a:rPr lang="it-IT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it-IT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smtClean="0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it-IT" b="1" smtClean="0">
                                        <a:latin typeface="Cambria Math" panose="02040503050406030204" pitchFamily="18" charset="0"/>
                                      </a:rPr>
                                      <m:t>𝒈</m:t>
                                    </m:r>
                                    <m:r>
                                      <a:rPr lang="it-IT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it-IT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dirty="0"/>
                            <a:t>λ</a:t>
                          </a:r>
                        </a:p>
                        <a:p>
                          <a:pPr algn="ctr"/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it-IT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l-GR" dirty="0" smtClean="0"/>
                                      <m:t>μ</m:t>
                                    </m:r>
                                  </m:e>
                                  <m:sub>
                                    <m:r>
                                      <a:rPr lang="it-IT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it-IT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l-GR" dirty="0" smtClean="0"/>
                                      <m:t>μ</m:t>
                                    </m:r>
                                  </m:e>
                                  <m:sub>
                                    <m:r>
                                      <a:rPr lang="it-IT" b="1" dirty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it-IT" dirty="0"/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it-IT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l-GR" dirty="0" smtClean="0"/>
                                      <m:t>μ</m:t>
                                    </m:r>
                                  </m:e>
                                  <m:sub>
                                    <m:r>
                                      <a:rPr lang="it-IT" b="1" dirty="0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it-IT" dirty="0"/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it-IT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l-GR" dirty="0" smtClean="0"/>
                                      <m:t>μ</m:t>
                                    </m:r>
                                  </m:e>
                                  <m:sub>
                                    <m:r>
                                      <a:rPr lang="it-IT" b="1" dirty="0" smtClean="0"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it-IT" b="1" dirty="0"/>
                        </a:p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i="1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49161222"/>
                      </a:ext>
                    </a:extLst>
                  </a:tr>
                  <a:tr h="357557"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39.67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20.33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166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6890.5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>
                              <a:solidFill>
                                <a:srgbClr val="0070C0"/>
                              </a:solidFill>
                            </a:rPr>
                            <a:t>Opt.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7530641"/>
                      </a:ext>
                    </a:extLst>
                  </a:tr>
                  <a:tr h="357557"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15.00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45.00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18.00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222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9628.5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Left ext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3408966"/>
                      </a:ext>
                    </a:extLst>
                  </a:tr>
                  <a:tr h="357557"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100.0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>
                              <a:solidFill>
                                <a:srgbClr val="C00000"/>
                              </a:solidFill>
                            </a:rPr>
                            <a:t>-40.00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528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543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23271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Unf.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54039565"/>
                      </a:ext>
                    </a:extLst>
                  </a:tr>
                  <a:tr h="357557"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52.50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7.50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127.5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115.5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7631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Left ext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3167244"/>
                      </a:ext>
                    </a:extLst>
                  </a:tr>
                  <a:tr h="357557">
                    <a:tc>
                      <a:txBody>
                        <a:bodyPr/>
                        <a:lstStyle/>
                        <a:p>
                          <a:r>
                            <a:rPr lang="it-IT" dirty="0">
                              <a:solidFill>
                                <a:srgbClr val="C00000"/>
                              </a:solidFill>
                            </a:rPr>
                            <a:t>10.0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50.0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255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267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10851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Unf.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304805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ella 5">
                <a:extLst>
                  <a:ext uri="{FF2B5EF4-FFF2-40B4-BE49-F238E27FC236}">
                    <a16:creationId xmlns:a16="http://schemas.microsoft.com/office/drawing/2014/main" id="{D4C3A03F-58D1-AF43-0545-D0363CF4814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34938247"/>
                  </p:ext>
                </p:extLst>
              </p:nvPr>
            </p:nvGraphicFramePr>
            <p:xfrm>
              <a:off x="3688510" y="2471334"/>
              <a:ext cx="8326314" cy="2468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5146">
                      <a:extLst>
                        <a:ext uri="{9D8B030D-6E8A-4147-A177-3AD203B41FA5}">
                          <a16:colId xmlns:a16="http://schemas.microsoft.com/office/drawing/2014/main" val="2222757825"/>
                        </a:ext>
                      </a:extLst>
                    </a:gridCol>
                    <a:gridCol w="925146">
                      <a:extLst>
                        <a:ext uri="{9D8B030D-6E8A-4147-A177-3AD203B41FA5}">
                          <a16:colId xmlns:a16="http://schemas.microsoft.com/office/drawing/2014/main" val="1359600966"/>
                        </a:ext>
                      </a:extLst>
                    </a:gridCol>
                    <a:gridCol w="925146">
                      <a:extLst>
                        <a:ext uri="{9D8B030D-6E8A-4147-A177-3AD203B41FA5}">
                          <a16:colId xmlns:a16="http://schemas.microsoft.com/office/drawing/2014/main" val="878015369"/>
                        </a:ext>
                      </a:extLst>
                    </a:gridCol>
                    <a:gridCol w="925146">
                      <a:extLst>
                        <a:ext uri="{9D8B030D-6E8A-4147-A177-3AD203B41FA5}">
                          <a16:colId xmlns:a16="http://schemas.microsoft.com/office/drawing/2014/main" val="3969812995"/>
                        </a:ext>
                      </a:extLst>
                    </a:gridCol>
                    <a:gridCol w="925146">
                      <a:extLst>
                        <a:ext uri="{9D8B030D-6E8A-4147-A177-3AD203B41FA5}">
                          <a16:colId xmlns:a16="http://schemas.microsoft.com/office/drawing/2014/main" val="3243997100"/>
                        </a:ext>
                      </a:extLst>
                    </a:gridCol>
                    <a:gridCol w="925146">
                      <a:extLst>
                        <a:ext uri="{9D8B030D-6E8A-4147-A177-3AD203B41FA5}">
                          <a16:colId xmlns:a16="http://schemas.microsoft.com/office/drawing/2014/main" val="2476382479"/>
                        </a:ext>
                      </a:extLst>
                    </a:gridCol>
                    <a:gridCol w="925146">
                      <a:extLst>
                        <a:ext uri="{9D8B030D-6E8A-4147-A177-3AD203B41FA5}">
                          <a16:colId xmlns:a16="http://schemas.microsoft.com/office/drawing/2014/main" val="3792425450"/>
                        </a:ext>
                      </a:extLst>
                    </a:gridCol>
                    <a:gridCol w="925146">
                      <a:extLst>
                        <a:ext uri="{9D8B030D-6E8A-4147-A177-3AD203B41FA5}">
                          <a16:colId xmlns:a16="http://schemas.microsoft.com/office/drawing/2014/main" val="3573976563"/>
                        </a:ext>
                      </a:extLst>
                    </a:gridCol>
                    <a:gridCol w="925146">
                      <a:extLst>
                        <a:ext uri="{9D8B030D-6E8A-4147-A177-3AD203B41FA5}">
                          <a16:colId xmlns:a16="http://schemas.microsoft.com/office/drawing/2014/main" val="312948334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3"/>
                          <a:stretch>
                            <a:fillRect l="-658" t="-4762" r="-801974" b="-3009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3"/>
                          <a:stretch>
                            <a:fillRect l="-100658" t="-4762" r="-701974" b="-3009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dirty="0"/>
                            <a:t>λ</a:t>
                          </a:r>
                        </a:p>
                        <a:p>
                          <a:pPr algn="ctr"/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4762" r="-502632" b="-3009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4762" r="-402632" b="-3009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3"/>
                          <a:stretch>
                            <a:fillRect l="-500000" t="-4762" r="-302632" b="-3009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3"/>
                          <a:stretch>
                            <a:fillRect l="-603974" t="-4762" r="-204636" b="-3009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i="1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4916122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39.67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20.33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166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6890.5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>
                              <a:solidFill>
                                <a:srgbClr val="0070C0"/>
                              </a:solidFill>
                            </a:rPr>
                            <a:t>Opt.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753064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15.00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45.00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18.00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222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9628.5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Left ext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340896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100.0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>
                              <a:solidFill>
                                <a:srgbClr val="C00000"/>
                              </a:solidFill>
                            </a:rPr>
                            <a:t>-40.00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528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543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23271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Unf.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5403956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52.50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7.50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127.5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115.5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7631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Left ext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316724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it-IT" dirty="0">
                              <a:solidFill>
                                <a:srgbClr val="C00000"/>
                              </a:solidFill>
                            </a:rPr>
                            <a:t>10.0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50.0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255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267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10851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Unf.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3048050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7CC232DD-7426-052A-7452-9C4D2334EA5E}"/>
              </a:ext>
            </a:extLst>
          </p:cNvPr>
          <p:cNvCxnSpPr/>
          <p:nvPr/>
        </p:nvCxnSpPr>
        <p:spPr>
          <a:xfrm>
            <a:off x="2723641" y="3065929"/>
            <a:ext cx="6145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9509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69F1879-F23F-3EF0-76B8-0F9A78726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031" y="180043"/>
            <a:ext cx="11226579" cy="5946375"/>
          </a:xfrm>
        </p:spPr>
        <p:txBody>
          <a:bodyPr/>
          <a:lstStyle/>
          <a:p>
            <a:pPr marL="0" indent="0">
              <a:buNone/>
            </a:pPr>
            <a:r>
              <a:rPr lang="it-IT" sz="2000" dirty="0">
                <a:solidFill>
                  <a:srgbClr val="0070C0"/>
                </a:solidFill>
              </a:rPr>
              <a:t>GRAPHICALLY: (for Pe=60)			 	    	  </a:t>
            </a:r>
            <a:r>
              <a:rPr lang="it-IT" sz="1800" dirty="0"/>
              <a:t>for Pe increasing, cost rate shift</a:t>
            </a:r>
          </a:p>
          <a:p>
            <a:pPr marL="0" indent="0">
              <a:buNone/>
            </a:pPr>
            <a:endParaRPr lang="it-IT" sz="1800" dirty="0"/>
          </a:p>
          <a:p>
            <a:pPr marL="0" indent="0">
              <a:buNone/>
            </a:pPr>
            <a:endParaRPr lang="it-IT" sz="1800" dirty="0"/>
          </a:p>
          <a:p>
            <a:pPr marL="0" indent="0">
              <a:buNone/>
            </a:pPr>
            <a:endParaRPr lang="it-IT" sz="1800" dirty="0"/>
          </a:p>
          <a:p>
            <a:pPr marL="0" indent="0">
              <a:buNone/>
            </a:pPr>
            <a:endParaRPr lang="it-IT" sz="1800" dirty="0"/>
          </a:p>
          <a:p>
            <a:pPr marL="0" indent="0">
              <a:buNone/>
            </a:pPr>
            <a:endParaRPr lang="it-IT" sz="1800" dirty="0"/>
          </a:p>
          <a:p>
            <a:pPr marL="0" indent="0">
              <a:buNone/>
            </a:pPr>
            <a:endParaRPr lang="it-IT" sz="1800" dirty="0"/>
          </a:p>
          <a:p>
            <a:pPr marL="0" indent="0">
              <a:buNone/>
            </a:pPr>
            <a:endParaRPr lang="it-IT" sz="1800" dirty="0"/>
          </a:p>
          <a:p>
            <a:pPr marL="0" indent="0">
              <a:buNone/>
            </a:pPr>
            <a:endParaRPr lang="it-IT" sz="1800" dirty="0"/>
          </a:p>
          <a:p>
            <a:pPr marL="0" indent="0">
              <a:buNone/>
            </a:pPr>
            <a:r>
              <a:rPr lang="it-IT" sz="1800" dirty="0"/>
              <a:t>    Summing up all the results: </a:t>
            </a:r>
          </a:p>
          <a:p>
            <a:pPr marL="0" indent="0">
              <a:buNone/>
            </a:pPr>
            <a:r>
              <a:rPr lang="it-IT" sz="1800" dirty="0"/>
              <a:t>									</a:t>
            </a:r>
          </a:p>
          <a:p>
            <a:pPr marL="0" indent="0">
              <a:buNone/>
            </a:pPr>
            <a:r>
              <a:rPr lang="it-IT" sz="1800" dirty="0"/>
              <a:t>									Let’s simulate on Modelica, </a:t>
            </a:r>
          </a:p>
          <a:p>
            <a:pPr marL="0" indent="0">
              <a:buNone/>
            </a:pPr>
            <a:r>
              <a:rPr lang="it-IT" sz="1800" dirty="0"/>
              <a:t>									using same controllers:										</a:t>
            </a:r>
          </a:p>
          <a:p>
            <a:pPr marL="0" indent="0">
              <a:buNone/>
            </a:pPr>
            <a:endParaRPr lang="it-IT" sz="18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02926F6E-3793-3564-27EF-A22B3222E33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15" y="576887"/>
            <a:ext cx="3930221" cy="2947459"/>
          </a:xfrm>
          <a:prstGeom prst="rect">
            <a:avLst/>
          </a:prstGeom>
        </p:spPr>
      </p:pic>
      <p:pic>
        <p:nvPicPr>
          <p:cNvPr id="8" name="Immagine 7" descr="Immagine che contiene testo, linea, diagramma, Diagramma&#10;&#10;Descrizione generata automaticamente">
            <a:extLst>
              <a:ext uri="{FF2B5EF4-FFF2-40B4-BE49-F238E27FC236}">
                <a16:creationId xmlns:a16="http://schemas.microsoft.com/office/drawing/2014/main" id="{D6EE4908-4C4C-B6A7-D6D9-6BC354B1FA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017" y="557434"/>
            <a:ext cx="4261119" cy="319583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ella 9">
                <a:extLst>
                  <a:ext uri="{FF2B5EF4-FFF2-40B4-BE49-F238E27FC236}">
                    <a16:creationId xmlns:a16="http://schemas.microsoft.com/office/drawing/2014/main" id="{C8E4C4C2-27A6-EA2B-475A-F752F0DDF4E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87600596"/>
                  </p:ext>
                </p:extLst>
              </p:nvPr>
            </p:nvGraphicFramePr>
            <p:xfrm>
              <a:off x="384886" y="3982201"/>
              <a:ext cx="7859383" cy="2662113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726361">
                      <a:extLst>
                        <a:ext uri="{9D8B030D-6E8A-4147-A177-3AD203B41FA5}">
                          <a16:colId xmlns:a16="http://schemas.microsoft.com/office/drawing/2014/main" val="2950919157"/>
                        </a:ext>
                      </a:extLst>
                    </a:gridCol>
                    <a:gridCol w="1157638">
                      <a:extLst>
                        <a:ext uri="{9D8B030D-6E8A-4147-A177-3AD203B41FA5}">
                          <a16:colId xmlns:a16="http://schemas.microsoft.com/office/drawing/2014/main" val="1585477202"/>
                        </a:ext>
                      </a:extLst>
                    </a:gridCol>
                    <a:gridCol w="1129553">
                      <a:extLst>
                        <a:ext uri="{9D8B030D-6E8A-4147-A177-3AD203B41FA5}">
                          <a16:colId xmlns:a16="http://schemas.microsoft.com/office/drawing/2014/main" val="4022532748"/>
                        </a:ext>
                      </a:extLst>
                    </a:gridCol>
                    <a:gridCol w="1295807">
                      <a:extLst>
                        <a:ext uri="{9D8B030D-6E8A-4147-A177-3AD203B41FA5}">
                          <a16:colId xmlns:a16="http://schemas.microsoft.com/office/drawing/2014/main" val="1054602971"/>
                        </a:ext>
                      </a:extLst>
                    </a:gridCol>
                    <a:gridCol w="1163782">
                      <a:extLst>
                        <a:ext uri="{9D8B030D-6E8A-4147-A177-3AD203B41FA5}">
                          <a16:colId xmlns:a16="http://schemas.microsoft.com/office/drawing/2014/main" val="374100761"/>
                        </a:ext>
                      </a:extLst>
                    </a:gridCol>
                    <a:gridCol w="1178451">
                      <a:extLst>
                        <a:ext uri="{9D8B030D-6E8A-4147-A177-3AD203B41FA5}">
                          <a16:colId xmlns:a16="http://schemas.microsoft.com/office/drawing/2014/main" val="1474323710"/>
                        </a:ext>
                      </a:extLst>
                    </a:gridCol>
                    <a:gridCol w="1207791">
                      <a:extLst>
                        <a:ext uri="{9D8B030D-6E8A-4147-A177-3AD203B41FA5}">
                          <a16:colId xmlns:a16="http://schemas.microsoft.com/office/drawing/2014/main" val="1674114647"/>
                        </a:ext>
                      </a:extLst>
                    </a:gridCol>
                  </a:tblGrid>
                  <a:tr h="467553">
                    <a:tc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it-IT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smtClean="0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it-IT" b="1" smtClean="0">
                                        <a:latin typeface="Cambria Math" panose="02040503050406030204" pitchFamily="18" charset="0"/>
                                      </a:rPr>
                                      <m:t>𝒈</m:t>
                                    </m:r>
                                    <m:r>
                                      <a:rPr lang="it-IT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tBias1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it-IT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smtClean="0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it-IT" b="1" smtClean="0">
                                        <a:latin typeface="Cambria Math" panose="02040503050406030204" pitchFamily="18" charset="0"/>
                                      </a:rPr>
                                      <m:t>𝒈</m:t>
                                    </m:r>
                                    <m:r>
                                      <a:rPr lang="it-IT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tBias2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Cost rate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combinat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32555378"/>
                      </a:ext>
                    </a:extLst>
                  </a:tr>
                  <a:tr h="353660">
                    <a:tc>
                      <a:txBody>
                        <a:bodyPr/>
                        <a:lstStyle/>
                        <a:p>
                          <a:r>
                            <a:rPr lang="it-IT" b="1" dirty="0"/>
                            <a:t>S1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1838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G1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14748982"/>
                      </a:ext>
                    </a:extLst>
                  </a:tr>
                  <a:tr h="353660">
                    <a:tc>
                      <a:txBody>
                        <a:bodyPr/>
                        <a:lstStyle/>
                        <a:p>
                          <a:r>
                            <a:rPr lang="it-IT" b="1" dirty="0"/>
                            <a:t>S2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70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938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G1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00221521"/>
                      </a:ext>
                    </a:extLst>
                  </a:tr>
                  <a:tr h="353660">
                    <a:tc>
                      <a:txBody>
                        <a:bodyPr/>
                        <a:lstStyle/>
                        <a:p>
                          <a:r>
                            <a:rPr lang="it-IT" b="1" dirty="0"/>
                            <a:t>S3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79.67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40.33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0.81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530.5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G1+G2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41568808"/>
                      </a:ext>
                    </a:extLst>
                  </a:tr>
                  <a:tr h="353660">
                    <a:tc>
                      <a:txBody>
                        <a:bodyPr/>
                        <a:lstStyle/>
                        <a:p>
                          <a:r>
                            <a:rPr lang="it-IT" b="1" dirty="0"/>
                            <a:t>S4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79.67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40.33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0.81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530.5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G1+G2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2790547"/>
                      </a:ext>
                    </a:extLst>
                  </a:tr>
                  <a:tr h="353660">
                    <a:tc>
                      <a:txBody>
                        <a:bodyPr/>
                        <a:lstStyle/>
                        <a:p>
                          <a:r>
                            <a:rPr lang="it-IT" b="1" dirty="0"/>
                            <a:t>S5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73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0.73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37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0.74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1090.5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G1+G2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32413234"/>
                      </a:ext>
                    </a:extLst>
                  </a:tr>
                  <a:tr h="353660">
                    <a:tc>
                      <a:txBody>
                        <a:bodyPr/>
                        <a:lstStyle/>
                        <a:p>
                          <a:r>
                            <a:rPr lang="it-IT" b="1" dirty="0"/>
                            <a:t>S6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1838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G1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5911682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ella 9">
                <a:extLst>
                  <a:ext uri="{FF2B5EF4-FFF2-40B4-BE49-F238E27FC236}">
                    <a16:creationId xmlns:a16="http://schemas.microsoft.com/office/drawing/2014/main" id="{C8E4C4C2-27A6-EA2B-475A-F752F0DDF4E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87600596"/>
                  </p:ext>
                </p:extLst>
              </p:nvPr>
            </p:nvGraphicFramePr>
            <p:xfrm>
              <a:off x="384886" y="3982201"/>
              <a:ext cx="7859383" cy="2662113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726361">
                      <a:extLst>
                        <a:ext uri="{9D8B030D-6E8A-4147-A177-3AD203B41FA5}">
                          <a16:colId xmlns:a16="http://schemas.microsoft.com/office/drawing/2014/main" val="2950919157"/>
                        </a:ext>
                      </a:extLst>
                    </a:gridCol>
                    <a:gridCol w="1157638">
                      <a:extLst>
                        <a:ext uri="{9D8B030D-6E8A-4147-A177-3AD203B41FA5}">
                          <a16:colId xmlns:a16="http://schemas.microsoft.com/office/drawing/2014/main" val="1585477202"/>
                        </a:ext>
                      </a:extLst>
                    </a:gridCol>
                    <a:gridCol w="1129553">
                      <a:extLst>
                        <a:ext uri="{9D8B030D-6E8A-4147-A177-3AD203B41FA5}">
                          <a16:colId xmlns:a16="http://schemas.microsoft.com/office/drawing/2014/main" val="4022532748"/>
                        </a:ext>
                      </a:extLst>
                    </a:gridCol>
                    <a:gridCol w="1295807">
                      <a:extLst>
                        <a:ext uri="{9D8B030D-6E8A-4147-A177-3AD203B41FA5}">
                          <a16:colId xmlns:a16="http://schemas.microsoft.com/office/drawing/2014/main" val="1054602971"/>
                        </a:ext>
                      </a:extLst>
                    </a:gridCol>
                    <a:gridCol w="1163782">
                      <a:extLst>
                        <a:ext uri="{9D8B030D-6E8A-4147-A177-3AD203B41FA5}">
                          <a16:colId xmlns:a16="http://schemas.microsoft.com/office/drawing/2014/main" val="374100761"/>
                        </a:ext>
                      </a:extLst>
                    </a:gridCol>
                    <a:gridCol w="1178451">
                      <a:extLst>
                        <a:ext uri="{9D8B030D-6E8A-4147-A177-3AD203B41FA5}">
                          <a16:colId xmlns:a16="http://schemas.microsoft.com/office/drawing/2014/main" val="1474323710"/>
                        </a:ext>
                      </a:extLst>
                    </a:gridCol>
                    <a:gridCol w="1207791">
                      <a:extLst>
                        <a:ext uri="{9D8B030D-6E8A-4147-A177-3AD203B41FA5}">
                          <a16:colId xmlns:a16="http://schemas.microsoft.com/office/drawing/2014/main" val="1674114647"/>
                        </a:ext>
                      </a:extLst>
                    </a:gridCol>
                  </a:tblGrid>
                  <a:tr h="467553">
                    <a:tc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4"/>
                          <a:stretch>
                            <a:fillRect l="-63158" t="-6494" r="-518421" b="-4883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tBias1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4"/>
                          <a:stretch>
                            <a:fillRect l="-233962" t="-6494" r="-276887" b="-4883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tBias2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Cost rate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combinat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3255537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it-IT" b="1" dirty="0"/>
                            <a:t>S1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1838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G1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1474898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it-IT" b="1" dirty="0"/>
                            <a:t>S2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70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938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G1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0022152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it-IT" b="1" dirty="0"/>
                            <a:t>S3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79.67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40.33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0.81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530.5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G1+G2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4156880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it-IT" b="1" dirty="0"/>
                            <a:t>S4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79.67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40.33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0.81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530.5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G1+G2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279054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it-IT" b="1" dirty="0"/>
                            <a:t>S5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73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0.73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37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0.74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1090.5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G1+G2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3241323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it-IT" b="1" dirty="0"/>
                            <a:t>S6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1838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G1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5911682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163508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egnaposto contenuto 4" descr="Immagine che contiene testo, schermata, diagramma, linea&#10;&#10;Descrizione generata automaticamente">
            <a:extLst>
              <a:ext uri="{FF2B5EF4-FFF2-40B4-BE49-F238E27FC236}">
                <a16:creationId xmlns:a16="http://schemas.microsoft.com/office/drawing/2014/main" id="{11D0ADFC-4417-7FA6-76E8-FEB47BB190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547" y="183392"/>
            <a:ext cx="6018948" cy="3318748"/>
          </a:xfrm>
        </p:spPr>
      </p:pic>
      <p:pic>
        <p:nvPicPr>
          <p:cNvPr id="7" name="Immagine 6" descr="Immagine che contiene testo, diagramma, linea, Diagramma&#10;&#10;Descrizione generata automaticamente">
            <a:extLst>
              <a:ext uri="{FF2B5EF4-FFF2-40B4-BE49-F238E27FC236}">
                <a16:creationId xmlns:a16="http://schemas.microsoft.com/office/drawing/2014/main" id="{F4A782C4-D73C-778C-B9BF-D3E2B766B3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8347" y="266276"/>
            <a:ext cx="4938507" cy="3307784"/>
          </a:xfrm>
          <a:prstGeom prst="rect">
            <a:avLst/>
          </a:prstGeom>
        </p:spPr>
      </p:pic>
      <p:pic>
        <p:nvPicPr>
          <p:cNvPr id="9" name="Immagine 8" descr="Immagine che contiene linea, testo, diagramma, Diagramma&#10;&#10;Descrizione generata automaticamente">
            <a:extLst>
              <a:ext uri="{FF2B5EF4-FFF2-40B4-BE49-F238E27FC236}">
                <a16:creationId xmlns:a16="http://schemas.microsoft.com/office/drawing/2014/main" id="{B16AC592-18C1-8344-D953-908050ED15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954" y="3692594"/>
            <a:ext cx="4660718" cy="3060000"/>
          </a:xfrm>
          <a:prstGeom prst="rect">
            <a:avLst/>
          </a:prstGeom>
        </p:spPr>
      </p:pic>
      <p:pic>
        <p:nvPicPr>
          <p:cNvPr id="11" name="Immagine 10" descr="Immagine che contiene diagramma, testo, linea, Diagramma&#10;&#10;Descrizione generata automaticamente">
            <a:extLst>
              <a:ext uri="{FF2B5EF4-FFF2-40B4-BE49-F238E27FC236}">
                <a16:creationId xmlns:a16="http://schemas.microsoft.com/office/drawing/2014/main" id="{04D7897D-96E8-3BE0-B73E-580E66A03B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9024" y="3692594"/>
            <a:ext cx="4604054" cy="3060000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1F761FA9-619A-D678-5FF8-3576F4A0329D}"/>
              </a:ext>
            </a:extLst>
          </p:cNvPr>
          <p:cNvSpPr txBox="1"/>
          <p:nvPr/>
        </p:nvSpPr>
        <p:spPr>
          <a:xfrm>
            <a:off x="7353766" y="2547438"/>
            <a:ext cx="4030134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dirty="0"/>
              <a:t>Some overdump due to intial set up dynamic and generators pool switching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A9C4F4AE-C599-486D-68A8-10BD4EE76706}"/>
              </a:ext>
            </a:extLst>
          </p:cNvPr>
          <p:cNvSpPr txBox="1"/>
          <p:nvPr/>
        </p:nvSpPr>
        <p:spPr>
          <a:xfrm>
            <a:off x="7667301" y="524675"/>
            <a:ext cx="157029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sz="1600" b="1" dirty="0">
                <a:solidFill>
                  <a:srgbClr val="0070C0"/>
                </a:solidFill>
              </a:rPr>
              <a:t>Frequency error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4FB29D93-6AE1-5070-774E-F34B196A42F2}"/>
              </a:ext>
            </a:extLst>
          </p:cNvPr>
          <p:cNvSpPr txBox="1"/>
          <p:nvPr/>
        </p:nvSpPr>
        <p:spPr>
          <a:xfrm>
            <a:off x="2420595" y="3881001"/>
            <a:ext cx="1690852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sz="1600" dirty="0">
                <a:solidFill>
                  <a:srgbClr val="0070C0"/>
                </a:solidFill>
              </a:rPr>
              <a:t>Primary control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6C4E6B44-EC7D-5C0D-8A74-E8A42CBB21D6}"/>
              </a:ext>
            </a:extLst>
          </p:cNvPr>
          <p:cNvSpPr txBox="1"/>
          <p:nvPr/>
        </p:nvSpPr>
        <p:spPr>
          <a:xfrm>
            <a:off x="7736425" y="4188057"/>
            <a:ext cx="176639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sz="1600" dirty="0">
                <a:solidFill>
                  <a:srgbClr val="0070C0"/>
                </a:solidFill>
              </a:rPr>
              <a:t>Secondary control</a:t>
            </a:r>
          </a:p>
        </p:txBody>
      </p:sp>
    </p:spTree>
    <p:extLst>
      <p:ext uri="{BB962C8B-B14F-4D97-AF65-F5344CB8AC3E}">
        <p14:creationId xmlns:p14="http://schemas.microsoft.com/office/powerpoint/2010/main" val="1376624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E83D387-510E-F353-C4BF-9013A7B78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466" y="153459"/>
            <a:ext cx="10515600" cy="676275"/>
          </a:xfrm>
        </p:spPr>
        <p:txBody>
          <a:bodyPr>
            <a:normAutofit/>
          </a:bodyPr>
          <a:lstStyle/>
          <a:p>
            <a:r>
              <a:rPr lang="it-IT" sz="3200" b="1" dirty="0">
                <a:solidFill>
                  <a:srgbClr val="C00000"/>
                </a:solidFill>
              </a:rPr>
              <a:t>Configuration B, Control		</a:t>
            </a:r>
          </a:p>
        </p:txBody>
      </p:sp>
      <p:pic>
        <p:nvPicPr>
          <p:cNvPr id="4" name="Segnaposto contenuto 3">
            <a:extLst>
              <a:ext uri="{FF2B5EF4-FFF2-40B4-BE49-F238E27FC236}">
                <a16:creationId xmlns:a16="http://schemas.microsoft.com/office/drawing/2014/main" id="{81700FC1-ED85-7B73-1DD4-4A32F0C6C0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3124" y="829734"/>
            <a:ext cx="4249280" cy="23410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91DA1E1A-6D03-F912-B285-928016502E28}"/>
                  </a:ext>
                </a:extLst>
              </p:cNvPr>
              <p:cNvSpPr txBox="1"/>
              <p:nvPr/>
            </p:nvSpPr>
            <p:spPr>
              <a:xfrm>
                <a:off x="5039144" y="811357"/>
                <a:ext cx="6019800" cy="24870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it-IT" sz="1600" i="1" kern="100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it-IT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it-IT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it-IT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it-IT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it-IT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it-IT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)∗</m:t>
                        </m:r>
                        <m:sSubSup>
                          <m:sSubSupPr>
                            <m:ctrlPr>
                              <a:rPr lang="it-IT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it-IT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sz="16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t-IT" sz="16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it-IT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it-IT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it-IT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6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, </a:t>
                </a:r>
                <a:r>
                  <a:rPr lang="en-US" sz="1600" b="1" kern="1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</a:t>
                </a:r>
                <a:r>
                  <a:rPr lang="en-US" sz="1600" b="1" kern="100" baseline="-250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A</a:t>
                </a:r>
                <a:r>
                  <a:rPr lang="en-US" sz="1600" b="1" kern="1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=3947.8    </a:t>
                </a:r>
                <a:r>
                  <a:rPr lang="en-US" sz="16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(again, assume overall inertia as sum)</a:t>
                </a:r>
              </a:p>
              <a:p>
                <a:endParaRPr lang="en-US" sz="1600" kern="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US" sz="1600" b="1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β</a:t>
                </a:r>
                <a:r>
                  <a:rPr lang="en-US" sz="1600" b="1" baseline="-250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  <a:r>
                  <a:rPr lang="en-US" sz="1600" b="1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 </a:t>
                </a:r>
                <a:r>
                  <a:rPr lang="en-US" sz="1600" b="1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β</a:t>
                </a:r>
                <a:r>
                  <a:rPr lang="en-US" sz="1600" b="1" baseline="-250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3</a:t>
                </a:r>
                <a:r>
                  <a:rPr lang="en-US" sz="1600" b="1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 =</a:t>
                </a:r>
                <a:r>
                  <a:rPr lang="en-US" sz="1600" b="1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0.4</a:t>
                </a:r>
                <a:r>
                  <a:rPr lang="en-US" sz="16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</a:t>
                </a:r>
                <a:r>
                  <a:rPr lang="en-US" sz="1600" b="1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β</a:t>
                </a:r>
                <a:r>
                  <a:rPr lang="en-US" sz="1600" b="1" baseline="-250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2</a:t>
                </a:r>
                <a:r>
                  <a:rPr lang="en-US" sz="1600" b="1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=0.2</a:t>
                </a:r>
                <a:r>
                  <a:rPr lang="en-US" sz="16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(given secondary partition policy)</a:t>
                </a:r>
              </a:p>
              <a:p>
                <a:endParaRPr lang="en-US" sz="1600" kern="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US" sz="16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US" sz="1600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We tune the controller as done for the previous network (G1+G2 control), </a:t>
                </a:r>
                <a:r>
                  <a:rPr lang="en-US" sz="16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equaling the coefficients of the parametric L(s) and the desired one (kept the same as the previous point) we get the following solutions</a:t>
                </a:r>
                <a:r>
                  <a:rPr lang="en-US" sz="16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  <a:endParaRPr lang="it-IT" dirty="0"/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91DA1E1A-6D03-F912-B285-928016502E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9144" y="811357"/>
                <a:ext cx="6019800" cy="2487027"/>
              </a:xfrm>
              <a:prstGeom prst="rect">
                <a:avLst/>
              </a:prstGeom>
              <a:blipFill>
                <a:blip r:embed="rId3"/>
                <a:stretch>
                  <a:fillRect l="-608" r="-912" b="-220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magine 5">
            <a:extLst>
              <a:ext uri="{FF2B5EF4-FFF2-40B4-BE49-F238E27FC236}">
                <a16:creationId xmlns:a16="http://schemas.microsoft.com/office/drawing/2014/main" id="{5E5C403B-7895-8548-2A67-77F5144310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9144" y="3662530"/>
            <a:ext cx="6793913" cy="2461563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C1ACD4FD-AFDE-C710-CC84-303FA0B4F255}"/>
              </a:ext>
            </a:extLst>
          </p:cNvPr>
          <p:cNvSpPr txBox="1"/>
          <p:nvPr/>
        </p:nvSpPr>
        <p:spPr>
          <a:xfrm>
            <a:off x="473978" y="3808602"/>
            <a:ext cx="4131578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These solutions however produce once again an imbalanced response of the control variable, </a:t>
            </a:r>
          </a:p>
          <a:p>
            <a:r>
              <a:rPr lang="en-US" sz="1600" kern="0" dirty="0">
                <a:solidFill>
                  <a:srgbClr val="000000"/>
                </a:solidFill>
                <a:latin typeface="Calibri" panose="020F0502020204030204" pitchFamily="34" charset="0"/>
              </a:rPr>
              <a:t>Modify those gains by some magic (and tons of errors)</a:t>
            </a:r>
            <a:r>
              <a:rPr lang="en-US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16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to get a better-distributed stress in the network while still fulfilling the requirements</a:t>
            </a:r>
          </a:p>
          <a:p>
            <a:endParaRPr lang="en-US" sz="1600" kern="0" dirty="0">
              <a:solidFill>
                <a:srgbClr val="00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it-IT" sz="1600" b="1" dirty="0">
                <a:solidFill>
                  <a:srgbClr val="00B050"/>
                </a:solidFill>
              </a:rPr>
              <a:t>Kp1 = 0.520</a:t>
            </a:r>
          </a:p>
          <a:p>
            <a:pPr marL="0" indent="0">
              <a:buNone/>
            </a:pPr>
            <a:r>
              <a:rPr lang="it-IT" sz="1600" b="1" dirty="0">
                <a:solidFill>
                  <a:srgbClr val="00B050"/>
                </a:solidFill>
              </a:rPr>
              <a:t>Kp2 = 0.135</a:t>
            </a:r>
          </a:p>
          <a:p>
            <a:pPr marL="0" indent="0">
              <a:buNone/>
            </a:pPr>
            <a:r>
              <a:rPr lang="it-IT" sz="1600" b="1" dirty="0">
                <a:solidFill>
                  <a:srgbClr val="00B050"/>
                </a:solidFill>
              </a:rPr>
              <a:t>Kp3 = 0.595 </a:t>
            </a:r>
          </a:p>
          <a:p>
            <a:pPr marL="0" indent="0">
              <a:buNone/>
            </a:pPr>
            <a:r>
              <a:rPr lang="it-IT" sz="1600" b="1" dirty="0">
                <a:solidFill>
                  <a:srgbClr val="00B050"/>
                </a:solidFill>
              </a:rPr>
              <a:t>Ks = 0.0129</a:t>
            </a:r>
          </a:p>
          <a:p>
            <a:endParaRPr lang="it-IT" sz="1600" dirty="0"/>
          </a:p>
        </p:txBody>
      </p:sp>
    </p:spTree>
    <p:extLst>
      <p:ext uri="{BB962C8B-B14F-4D97-AF65-F5344CB8AC3E}">
        <p14:creationId xmlns:p14="http://schemas.microsoft.com/office/powerpoint/2010/main" val="30589326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egnaposto contenuto 4" descr="Immagine che contiene testo, diagramma, schermata, linea&#10;&#10;Descrizione generata automaticamente">
            <a:extLst>
              <a:ext uri="{FF2B5EF4-FFF2-40B4-BE49-F238E27FC236}">
                <a16:creationId xmlns:a16="http://schemas.microsoft.com/office/drawing/2014/main" id="{7E821950-E9BE-AA0D-B259-9305087A33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599" y="323975"/>
            <a:ext cx="4815132" cy="2683453"/>
          </a:xfrm>
        </p:spPr>
      </p:pic>
      <p:pic>
        <p:nvPicPr>
          <p:cNvPr id="7" name="Immagine 6" descr="Immagine che contiene testo, linea, diagramma, Diagramma&#10;&#10;Descrizione generata automaticamente">
            <a:extLst>
              <a:ext uri="{FF2B5EF4-FFF2-40B4-BE49-F238E27FC236}">
                <a16:creationId xmlns:a16="http://schemas.microsoft.com/office/drawing/2014/main" id="{F602E677-F13D-13FC-D842-6B99FF04FE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8962" y="108716"/>
            <a:ext cx="5113518" cy="3113969"/>
          </a:xfrm>
          <a:prstGeom prst="rect">
            <a:avLst/>
          </a:prstGeom>
          <a:ln w="5080">
            <a:solidFill>
              <a:schemeClr val="accent1"/>
            </a:solidFill>
          </a:ln>
        </p:spPr>
      </p:pic>
      <p:pic>
        <p:nvPicPr>
          <p:cNvPr id="9" name="Immagine 8" descr="Immagine che contiene testo, diagramma, Diagramma, linea&#10;&#10;Descrizione generata automaticamente">
            <a:extLst>
              <a:ext uri="{FF2B5EF4-FFF2-40B4-BE49-F238E27FC236}">
                <a16:creationId xmlns:a16="http://schemas.microsoft.com/office/drawing/2014/main" id="{781194D4-056A-FED7-3682-FDEE2DB452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120" y="3635316"/>
            <a:ext cx="5044011" cy="3060000"/>
          </a:xfrm>
          <a:prstGeom prst="rect">
            <a:avLst/>
          </a:prstGeom>
          <a:ln w="5080">
            <a:solidFill>
              <a:schemeClr val="accent1"/>
            </a:solidFill>
          </a:ln>
        </p:spPr>
      </p:pic>
      <p:pic>
        <p:nvPicPr>
          <p:cNvPr id="13" name="Immagine 12" descr="Immagine che contiene testo, linea, Diagramma, diagramma&#10;&#10;Descrizione generata automaticamente">
            <a:extLst>
              <a:ext uri="{FF2B5EF4-FFF2-40B4-BE49-F238E27FC236}">
                <a16:creationId xmlns:a16="http://schemas.microsoft.com/office/drawing/2014/main" id="{7D0F7DDF-6777-7A39-FCA0-E47E21DC04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635316"/>
            <a:ext cx="5099443" cy="3060000"/>
          </a:xfrm>
          <a:prstGeom prst="rect">
            <a:avLst/>
          </a:prstGeom>
          <a:ln w="5080">
            <a:solidFill>
              <a:schemeClr val="accent1"/>
            </a:solidFill>
          </a:ln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F2F813FA-5E9C-F000-F5FD-634162A0698B}"/>
              </a:ext>
            </a:extLst>
          </p:cNvPr>
          <p:cNvSpPr txBox="1"/>
          <p:nvPr/>
        </p:nvSpPr>
        <p:spPr>
          <a:xfrm>
            <a:off x="1935882" y="3809907"/>
            <a:ext cx="1690852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sz="1600" dirty="0">
                <a:solidFill>
                  <a:srgbClr val="0070C0"/>
                </a:solidFill>
              </a:rPr>
              <a:t>Primary control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E755896F-1F45-B764-0FC4-79CBE473436C}"/>
              </a:ext>
            </a:extLst>
          </p:cNvPr>
          <p:cNvSpPr txBox="1"/>
          <p:nvPr/>
        </p:nvSpPr>
        <p:spPr>
          <a:xfrm>
            <a:off x="7802015" y="4508290"/>
            <a:ext cx="176639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sz="1600" dirty="0">
                <a:solidFill>
                  <a:srgbClr val="0070C0"/>
                </a:solidFill>
              </a:rPr>
              <a:t>Secondary control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22E3101E-927E-EE05-9CBF-568FEB2C1670}"/>
              </a:ext>
            </a:extLst>
          </p:cNvPr>
          <p:cNvSpPr txBox="1"/>
          <p:nvPr/>
        </p:nvSpPr>
        <p:spPr>
          <a:xfrm>
            <a:off x="6883078" y="158143"/>
            <a:ext cx="157029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sz="1600" b="1" dirty="0">
                <a:solidFill>
                  <a:srgbClr val="0070C0"/>
                </a:solidFill>
              </a:rPr>
              <a:t>Frequency error</a:t>
            </a:r>
          </a:p>
        </p:txBody>
      </p:sp>
    </p:spTree>
    <p:extLst>
      <p:ext uri="{BB962C8B-B14F-4D97-AF65-F5344CB8AC3E}">
        <p14:creationId xmlns:p14="http://schemas.microsoft.com/office/powerpoint/2010/main" val="1352997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387E658-972C-3878-9152-963908EC7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02" y="107667"/>
            <a:ext cx="10515600" cy="1178449"/>
          </a:xfrm>
        </p:spPr>
        <p:txBody>
          <a:bodyPr>
            <a:normAutofit/>
          </a:bodyPr>
          <a:lstStyle/>
          <a:p>
            <a:r>
              <a:rPr lang="it-IT" sz="3200" b="1" dirty="0">
                <a:solidFill>
                  <a:srgbClr val="C00000"/>
                </a:solidFill>
              </a:rPr>
              <a:t>Configuration B, Optimization</a:t>
            </a:r>
            <a:endParaRPr lang="it-IT" sz="32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1EEC79E-E0DC-2E46-2E81-06D13FB33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610" y="919200"/>
            <a:ext cx="11767788" cy="5755920"/>
          </a:xfrm>
        </p:spPr>
        <p:txBody>
          <a:bodyPr/>
          <a:lstStyle/>
          <a:p>
            <a:pPr marL="0" indent="0">
              <a:buNone/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(G1,G2,G3 feeding L1+L2*L3*L4)</a:t>
            </a:r>
          </a:p>
          <a:p>
            <a:pPr marL="0" indent="0">
              <a:buNone/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G3: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g3,min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22.5 MW     P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g3,max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150 MW		</a:t>
            </a:r>
            <a:endParaRPr lang="it-IT" dirty="0"/>
          </a:p>
        </p:txBody>
      </p:sp>
      <p:graphicFrame>
        <p:nvGraphicFramePr>
          <p:cNvPr id="4" name="Tabella 4">
            <a:extLst>
              <a:ext uri="{FF2B5EF4-FFF2-40B4-BE49-F238E27FC236}">
                <a16:creationId xmlns:a16="http://schemas.microsoft.com/office/drawing/2014/main" id="{CFFA83B1-99E3-84AA-2020-8C12509592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1134419"/>
              </p:ext>
            </p:extLst>
          </p:nvPr>
        </p:nvGraphicFramePr>
        <p:xfrm>
          <a:off x="5032908" y="1286116"/>
          <a:ext cx="6467585" cy="787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248">
                  <a:extLst>
                    <a:ext uri="{9D8B030D-6E8A-4147-A177-3AD203B41FA5}">
                      <a16:colId xmlns:a16="http://schemas.microsoft.com/office/drawing/2014/main" val="3946018888"/>
                    </a:ext>
                  </a:extLst>
                </a:gridCol>
                <a:gridCol w="1008960">
                  <a:extLst>
                    <a:ext uri="{9D8B030D-6E8A-4147-A177-3AD203B41FA5}">
                      <a16:colId xmlns:a16="http://schemas.microsoft.com/office/drawing/2014/main" val="988235690"/>
                    </a:ext>
                  </a:extLst>
                </a:gridCol>
                <a:gridCol w="850832">
                  <a:extLst>
                    <a:ext uri="{9D8B030D-6E8A-4147-A177-3AD203B41FA5}">
                      <a16:colId xmlns:a16="http://schemas.microsoft.com/office/drawing/2014/main" val="938482608"/>
                    </a:ext>
                  </a:extLst>
                </a:gridCol>
                <a:gridCol w="943739">
                  <a:extLst>
                    <a:ext uri="{9D8B030D-6E8A-4147-A177-3AD203B41FA5}">
                      <a16:colId xmlns:a16="http://schemas.microsoft.com/office/drawing/2014/main" val="1362428896"/>
                    </a:ext>
                  </a:extLst>
                </a:gridCol>
                <a:gridCol w="1002417">
                  <a:extLst>
                    <a:ext uri="{9D8B030D-6E8A-4147-A177-3AD203B41FA5}">
                      <a16:colId xmlns:a16="http://schemas.microsoft.com/office/drawing/2014/main" val="3634324767"/>
                    </a:ext>
                  </a:extLst>
                </a:gridCol>
                <a:gridCol w="1021977">
                  <a:extLst>
                    <a:ext uri="{9D8B030D-6E8A-4147-A177-3AD203B41FA5}">
                      <a16:colId xmlns:a16="http://schemas.microsoft.com/office/drawing/2014/main" val="2806958689"/>
                    </a:ext>
                  </a:extLst>
                </a:gridCol>
                <a:gridCol w="1033412">
                  <a:extLst>
                    <a:ext uri="{9D8B030D-6E8A-4147-A177-3AD203B41FA5}">
                      <a16:colId xmlns:a16="http://schemas.microsoft.com/office/drawing/2014/main" val="2742857142"/>
                    </a:ext>
                  </a:extLst>
                </a:gridCol>
              </a:tblGrid>
              <a:tr h="393904"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1875538"/>
                  </a:ext>
                </a:extLst>
              </a:tr>
              <a:tr h="393904">
                <a:tc>
                  <a:txBody>
                    <a:bodyPr/>
                    <a:lstStyle/>
                    <a:p>
                      <a:r>
                        <a:rPr lang="it-IT" b="1" dirty="0">
                          <a:solidFill>
                            <a:srgbClr val="0070C0"/>
                          </a:solidFill>
                        </a:rPr>
                        <a:t>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5887333"/>
                  </a:ext>
                </a:extLst>
              </a:tr>
            </a:tbl>
          </a:graphicData>
        </a:graphic>
      </p:graphicFrame>
      <p:pic>
        <p:nvPicPr>
          <p:cNvPr id="6" name="Immagine 5">
            <a:extLst>
              <a:ext uri="{FF2B5EF4-FFF2-40B4-BE49-F238E27FC236}">
                <a16:creationId xmlns:a16="http://schemas.microsoft.com/office/drawing/2014/main" id="{47679D9C-D43B-A52B-0333-FBF605CF7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10" y="2358682"/>
            <a:ext cx="7085143" cy="2585120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281893B7-1984-E4EA-415A-9B694CBFC17D}"/>
              </a:ext>
            </a:extLst>
          </p:cNvPr>
          <p:cNvSpPr txBox="1"/>
          <p:nvPr/>
        </p:nvSpPr>
        <p:spPr>
          <a:xfrm>
            <a:off x="7000994" y="2423792"/>
            <a:ext cx="44994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800" b="1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 [170,200]    -&gt; (G2+G3, G1+G3, G1+G2+G3)  </a:t>
            </a:r>
            <a:r>
              <a:rPr lang="en-US" sz="1800" b="1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800" b="1" kern="0" baseline="-25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 [200,240]    -&gt; (G1+G3, G1+G2+G3) </a:t>
            </a:r>
            <a:endParaRPr lang="it-IT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it-IT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3D24D967-5C46-8F2F-730A-BD516FF8B7FD}"/>
              </a:ext>
            </a:extLst>
          </p:cNvPr>
          <p:cNvSpPr txBox="1"/>
          <p:nvPr/>
        </p:nvSpPr>
        <p:spPr>
          <a:xfrm>
            <a:off x="202602" y="5034964"/>
            <a:ext cx="109158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We cosider the point of view of a producer with expenditure only on G1 and G3, that can fix power given by G2 (given by another producer) </a:t>
            </a:r>
            <a:r>
              <a:rPr lang="en-US" dirty="0"/>
              <a:t>without</a:t>
            </a:r>
            <a:r>
              <a:rPr lang="it-IT" dirty="0"/>
              <a:t> caring about its cost rate. </a:t>
            </a:r>
          </a:p>
        </p:txBody>
      </p:sp>
    </p:spTree>
    <p:extLst>
      <p:ext uri="{BB962C8B-B14F-4D97-AF65-F5344CB8AC3E}">
        <p14:creationId xmlns:p14="http://schemas.microsoft.com/office/powerpoint/2010/main" val="12578162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56452F-5D3C-7097-5D28-32F585727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482" y="208625"/>
            <a:ext cx="11207318" cy="5968338"/>
          </a:xfrm>
        </p:spPr>
        <p:txBody>
          <a:bodyPr/>
          <a:lstStyle/>
          <a:p>
            <a:pPr marL="0" indent="0" algn="just">
              <a:buNone/>
            </a:pPr>
            <a:r>
              <a:rPr lang="en-US" sz="1800" b="1" kern="1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Optimzation problem </a:t>
            </a:r>
            <a:r>
              <a:rPr lang="en-US" sz="1800" kern="1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(in KKT formulation)</a:t>
            </a:r>
            <a:endParaRPr lang="en-US" sz="1800" kern="100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US" sz="1800" kern="1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0.5 + 1.5*(P</a:t>
            </a:r>
            <a:r>
              <a:rPr lang="en-US" sz="1800" kern="100" baseline="-250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g1</a:t>
            </a:r>
            <a:r>
              <a:rPr lang="en-US" sz="1800" kern="1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-95)</a:t>
            </a:r>
            <a:r>
              <a:rPr lang="en-US" sz="1800" kern="100" baseline="300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 </a:t>
            </a:r>
            <a:r>
              <a:rPr lang="en-US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1.5 +4*(P</a:t>
            </a:r>
            <a:r>
              <a:rPr lang="en-US" sz="1800" kern="100" baseline="-250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g3</a:t>
            </a:r>
            <a:r>
              <a:rPr lang="en-US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-140)</a:t>
            </a:r>
            <a:r>
              <a:rPr lang="en-US" sz="1800" kern="100" baseline="300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(neglect c</a:t>
            </a:r>
            <a:r>
              <a:rPr lang="en-US" sz="1800" kern="100" baseline="-25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on the cost function, as we pointed out)</a:t>
            </a:r>
            <a:endParaRPr lang="it-IT" sz="1800" kern="1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 = </a:t>
            </a:r>
            <a:r>
              <a:rPr lang="en-US" sz="1800" kern="1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1800" kern="100" baseline="-250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g1</a:t>
            </a:r>
            <a:r>
              <a:rPr lang="en-US" sz="1800" kern="1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 P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g2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 </a:t>
            </a:r>
            <a:r>
              <a:rPr lang="en-US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1800" kern="100" baseline="-250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g3</a:t>
            </a:r>
            <a:r>
              <a:rPr lang="en-US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P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endParaRPr lang="it-IT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kern="1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n-US" sz="1800" kern="100" baseline="-250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1800" kern="1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=P</a:t>
            </a:r>
            <a:r>
              <a:rPr lang="en-US" sz="1800" kern="100" baseline="-250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g1 </a:t>
            </a:r>
            <a:r>
              <a:rPr lang="en-US" sz="1800" kern="1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P</a:t>
            </a:r>
            <a:r>
              <a:rPr lang="en-US" sz="1800" kern="100" baseline="-250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g1,min				</a:t>
            </a:r>
            <a:r>
              <a:rPr lang="en-US" sz="1800" kern="100" baseline="-250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                 </a:t>
            </a:r>
            <a:r>
              <a:rPr lang="en-US" sz="2400" b="1" kern="100" baseline="-25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MAXIMA:</a:t>
            </a:r>
            <a:endParaRPr lang="it-IT" sz="2400" b="1" kern="100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kern="1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n-US" sz="1800" kern="100" baseline="-250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1800" kern="1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=P</a:t>
            </a:r>
            <a:r>
              <a:rPr lang="en-US" sz="1800" kern="100" baseline="-250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g1,max </a:t>
            </a:r>
            <a:r>
              <a:rPr lang="en-US" sz="1800" kern="1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P</a:t>
            </a:r>
            <a:r>
              <a:rPr lang="en-US" sz="1800" kern="100" baseline="-250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g1			</a:t>
            </a:r>
            <a:endParaRPr lang="it-IT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=P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g2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P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g2,min</a:t>
            </a:r>
            <a:endParaRPr lang="it-IT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=P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g2,max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P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g2</a:t>
            </a:r>
            <a:endParaRPr lang="it-IT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n-US" sz="1800" kern="100" baseline="-250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lang="en-US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=P</a:t>
            </a:r>
            <a:r>
              <a:rPr lang="en-US" sz="1800" kern="100" baseline="-250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g3 </a:t>
            </a:r>
            <a:r>
              <a:rPr lang="en-US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P</a:t>
            </a:r>
            <a:r>
              <a:rPr lang="en-US" sz="1800" kern="100" baseline="-250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g3,min</a:t>
            </a:r>
            <a:endParaRPr lang="it-IT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n-US" sz="1800" kern="100" baseline="-250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n-US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=P</a:t>
            </a:r>
            <a:r>
              <a:rPr lang="en-US" sz="1800" kern="100" baseline="-250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g3,max </a:t>
            </a:r>
            <a:r>
              <a:rPr lang="en-US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P</a:t>
            </a:r>
            <a:r>
              <a:rPr lang="en-US" sz="1800" kern="100" baseline="-250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g3</a:t>
            </a:r>
            <a:endParaRPr lang="it-IT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L=</a:t>
            </a:r>
            <a:r>
              <a:rPr lang="en-US" sz="1800" i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λ*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 +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μ*h       (Lagrangian)     </a:t>
            </a:r>
            <a:endParaRPr lang="it-IT" sz="1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blue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parts only if G3 is active, </a:t>
            </a:r>
            <a:r>
              <a:rPr lang="en-US" sz="1800" kern="1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green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 when G1 is active)</a:t>
            </a:r>
            <a:endParaRPr lang="it-IT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9453D4C5-4736-D4FF-9621-A7DEA5506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1824" y="1787356"/>
            <a:ext cx="4481928" cy="4582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3373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ella 15">
                <a:extLst>
                  <a:ext uri="{FF2B5EF4-FFF2-40B4-BE49-F238E27FC236}">
                    <a16:creationId xmlns:a16="http://schemas.microsoft.com/office/drawing/2014/main" id="{4821E93C-6DD7-FB28-C4E4-3522068880E1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783062838"/>
                  </p:ext>
                </p:extLst>
              </p:nvPr>
            </p:nvGraphicFramePr>
            <p:xfrm>
              <a:off x="230079" y="671529"/>
              <a:ext cx="10738278" cy="2616835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1193142">
                      <a:extLst>
                        <a:ext uri="{9D8B030D-6E8A-4147-A177-3AD203B41FA5}">
                          <a16:colId xmlns:a16="http://schemas.microsoft.com/office/drawing/2014/main" val="3089434795"/>
                        </a:ext>
                      </a:extLst>
                    </a:gridCol>
                    <a:gridCol w="1193142">
                      <a:extLst>
                        <a:ext uri="{9D8B030D-6E8A-4147-A177-3AD203B41FA5}">
                          <a16:colId xmlns:a16="http://schemas.microsoft.com/office/drawing/2014/main" val="1936757758"/>
                        </a:ext>
                      </a:extLst>
                    </a:gridCol>
                    <a:gridCol w="1193142">
                      <a:extLst>
                        <a:ext uri="{9D8B030D-6E8A-4147-A177-3AD203B41FA5}">
                          <a16:colId xmlns:a16="http://schemas.microsoft.com/office/drawing/2014/main" val="1356389798"/>
                        </a:ext>
                      </a:extLst>
                    </a:gridCol>
                    <a:gridCol w="1193142">
                      <a:extLst>
                        <a:ext uri="{9D8B030D-6E8A-4147-A177-3AD203B41FA5}">
                          <a16:colId xmlns:a16="http://schemas.microsoft.com/office/drawing/2014/main" val="3912197532"/>
                        </a:ext>
                      </a:extLst>
                    </a:gridCol>
                    <a:gridCol w="1193142">
                      <a:extLst>
                        <a:ext uri="{9D8B030D-6E8A-4147-A177-3AD203B41FA5}">
                          <a16:colId xmlns:a16="http://schemas.microsoft.com/office/drawing/2014/main" val="439205662"/>
                        </a:ext>
                      </a:extLst>
                    </a:gridCol>
                    <a:gridCol w="1193142">
                      <a:extLst>
                        <a:ext uri="{9D8B030D-6E8A-4147-A177-3AD203B41FA5}">
                          <a16:colId xmlns:a16="http://schemas.microsoft.com/office/drawing/2014/main" val="3626886505"/>
                        </a:ext>
                      </a:extLst>
                    </a:gridCol>
                    <a:gridCol w="1193142">
                      <a:extLst>
                        <a:ext uri="{9D8B030D-6E8A-4147-A177-3AD203B41FA5}">
                          <a16:colId xmlns:a16="http://schemas.microsoft.com/office/drawing/2014/main" val="1730709044"/>
                        </a:ext>
                      </a:extLst>
                    </a:gridCol>
                    <a:gridCol w="1193142">
                      <a:extLst>
                        <a:ext uri="{9D8B030D-6E8A-4147-A177-3AD203B41FA5}">
                          <a16:colId xmlns:a16="http://schemas.microsoft.com/office/drawing/2014/main" val="3130150184"/>
                        </a:ext>
                      </a:extLst>
                    </a:gridCol>
                    <a:gridCol w="1193142">
                      <a:extLst>
                        <a:ext uri="{9D8B030D-6E8A-4147-A177-3AD203B41FA5}">
                          <a16:colId xmlns:a16="http://schemas.microsoft.com/office/drawing/2014/main" val="309469241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it-IT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smtClean="0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it-IT" b="1" smtClean="0">
                                        <a:latin typeface="Cambria Math" panose="02040503050406030204" pitchFamily="18" charset="0"/>
                                      </a:rPr>
                                      <m:t>𝒈</m:t>
                                    </m:r>
                                    <m:r>
                                      <a:rPr lang="it-IT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dirty="0" smtClean="0"/>
                                  <m:t>tBias</m:t>
                                </m:r>
                                <m:r>
                                  <m:rPr>
                                    <m:nor/>
                                  </m:rPr>
                                  <a:rPr lang="it-IT" dirty="0" smtClean="0"/>
                                  <m:t>1</m:t>
                                </m:r>
                              </m:oMath>
                            </m:oMathPara>
                          </a14:m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it-IT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smtClean="0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it-IT" b="1" smtClean="0">
                                        <a:latin typeface="Cambria Math" panose="02040503050406030204" pitchFamily="18" charset="0"/>
                                      </a:rPr>
                                      <m:t>𝒈</m:t>
                                    </m:r>
                                    <m:r>
                                      <a:rPr lang="it-IT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dirty="0" smtClean="0"/>
                                  <m:t>tBias</m:t>
                                </m:r>
                                <m:r>
                                  <m:rPr>
                                    <m:nor/>
                                  </m:rPr>
                                  <a:rPr lang="it-IT" dirty="0" smtClean="0"/>
                                  <m:t>2</m:t>
                                </m:r>
                              </m:oMath>
                            </m:oMathPara>
                          </a14:m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it-IT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smtClean="0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it-IT" b="1" smtClean="0">
                                        <a:latin typeface="Cambria Math" panose="02040503050406030204" pitchFamily="18" charset="0"/>
                                      </a:rPr>
                                      <m:t>𝒈</m:t>
                                    </m:r>
                                    <m:r>
                                      <a:rPr lang="it-IT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dirty="0" smtClean="0"/>
                                  <m:t>tBias</m:t>
                                </m:r>
                                <m:r>
                                  <m:rPr>
                                    <m:nor/>
                                  </m:rPr>
                                  <a:rPr lang="it-IT" b="1" i="0" dirty="0" smtClean="0"/>
                                  <m:t>3</m:t>
                                </m:r>
                              </m:oMath>
                            </m:oMathPara>
                          </a14:m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Cost rate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Combin.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928009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b="1" dirty="0"/>
                            <a:t>S1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b="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0.93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G2+G3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03733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b="1" dirty="0"/>
                            <a:t>S2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b="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0.93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G2+G3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376545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b="1" dirty="0"/>
                            <a:t>S3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b="0" dirty="0"/>
                            <a:t>91.36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0.91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138.64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0.92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29.27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G1+G3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54883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b="1" dirty="0"/>
                            <a:t>S4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b="0" dirty="0"/>
                            <a:t>76.82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0.77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133.18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0.89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683.2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G1+G3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5487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b="1" dirty="0"/>
                            <a:t>S5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b="0" dirty="0"/>
                            <a:t>93.18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0.93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7.5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139.32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0.93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8.82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G1+G2+G3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227509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b="1" dirty="0"/>
                            <a:t>S6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b="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0.93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G2+G3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927794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ella 15">
                <a:extLst>
                  <a:ext uri="{FF2B5EF4-FFF2-40B4-BE49-F238E27FC236}">
                    <a16:creationId xmlns:a16="http://schemas.microsoft.com/office/drawing/2014/main" id="{4821E93C-6DD7-FB28-C4E4-3522068880E1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783062838"/>
                  </p:ext>
                </p:extLst>
              </p:nvPr>
            </p:nvGraphicFramePr>
            <p:xfrm>
              <a:off x="230079" y="671529"/>
              <a:ext cx="10738278" cy="2616835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1193142">
                      <a:extLst>
                        <a:ext uri="{9D8B030D-6E8A-4147-A177-3AD203B41FA5}">
                          <a16:colId xmlns:a16="http://schemas.microsoft.com/office/drawing/2014/main" val="3089434795"/>
                        </a:ext>
                      </a:extLst>
                    </a:gridCol>
                    <a:gridCol w="1193142">
                      <a:extLst>
                        <a:ext uri="{9D8B030D-6E8A-4147-A177-3AD203B41FA5}">
                          <a16:colId xmlns:a16="http://schemas.microsoft.com/office/drawing/2014/main" val="1936757758"/>
                        </a:ext>
                      </a:extLst>
                    </a:gridCol>
                    <a:gridCol w="1193142">
                      <a:extLst>
                        <a:ext uri="{9D8B030D-6E8A-4147-A177-3AD203B41FA5}">
                          <a16:colId xmlns:a16="http://schemas.microsoft.com/office/drawing/2014/main" val="1356389798"/>
                        </a:ext>
                      </a:extLst>
                    </a:gridCol>
                    <a:gridCol w="1193142">
                      <a:extLst>
                        <a:ext uri="{9D8B030D-6E8A-4147-A177-3AD203B41FA5}">
                          <a16:colId xmlns:a16="http://schemas.microsoft.com/office/drawing/2014/main" val="3912197532"/>
                        </a:ext>
                      </a:extLst>
                    </a:gridCol>
                    <a:gridCol w="1193142">
                      <a:extLst>
                        <a:ext uri="{9D8B030D-6E8A-4147-A177-3AD203B41FA5}">
                          <a16:colId xmlns:a16="http://schemas.microsoft.com/office/drawing/2014/main" val="439205662"/>
                        </a:ext>
                      </a:extLst>
                    </a:gridCol>
                    <a:gridCol w="1193142">
                      <a:extLst>
                        <a:ext uri="{9D8B030D-6E8A-4147-A177-3AD203B41FA5}">
                          <a16:colId xmlns:a16="http://schemas.microsoft.com/office/drawing/2014/main" val="3626886505"/>
                        </a:ext>
                      </a:extLst>
                    </a:gridCol>
                    <a:gridCol w="1193142">
                      <a:extLst>
                        <a:ext uri="{9D8B030D-6E8A-4147-A177-3AD203B41FA5}">
                          <a16:colId xmlns:a16="http://schemas.microsoft.com/office/drawing/2014/main" val="1730709044"/>
                        </a:ext>
                      </a:extLst>
                    </a:gridCol>
                    <a:gridCol w="1193142">
                      <a:extLst>
                        <a:ext uri="{9D8B030D-6E8A-4147-A177-3AD203B41FA5}">
                          <a16:colId xmlns:a16="http://schemas.microsoft.com/office/drawing/2014/main" val="3130150184"/>
                        </a:ext>
                      </a:extLst>
                    </a:gridCol>
                    <a:gridCol w="1193142">
                      <a:extLst>
                        <a:ext uri="{9D8B030D-6E8A-4147-A177-3AD203B41FA5}">
                          <a16:colId xmlns:a16="http://schemas.microsoft.com/office/drawing/2014/main" val="3094692410"/>
                        </a:ext>
                      </a:extLst>
                    </a:gridCol>
                  </a:tblGrid>
                  <a:tr h="391795">
                    <a:tc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2"/>
                          <a:stretch>
                            <a:fillRect l="-100510" t="-7813" r="-701531" b="-5953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2"/>
                          <a:stretch>
                            <a:fillRect l="-200510" t="-7813" r="-601531" b="-5953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2"/>
                          <a:stretch>
                            <a:fillRect l="-300510" t="-7813" r="-501531" b="-5953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2"/>
                          <a:stretch>
                            <a:fillRect l="-402564" t="-7813" r="-404103" b="-5953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2"/>
                          <a:stretch>
                            <a:fillRect l="-500000" t="-7813" r="-302041" b="-5953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2"/>
                          <a:stretch>
                            <a:fillRect l="-600000" t="-7813" r="-202041" b="-5953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Cost rate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Combin.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928009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b="1" dirty="0"/>
                            <a:t>S1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b="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0.93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G2+G3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03733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b="1" dirty="0"/>
                            <a:t>S2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b="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0.93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G2+G3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376545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b="1" dirty="0"/>
                            <a:t>S3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b="0" dirty="0"/>
                            <a:t>91.36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0.91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138.64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0.92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29.27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G1+G3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54883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b="1" dirty="0"/>
                            <a:t>S4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b="0" dirty="0"/>
                            <a:t>76.82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0.77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133.18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0.89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683.2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G1+G3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5487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b="1" dirty="0"/>
                            <a:t>S5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b="0" dirty="0"/>
                            <a:t>93.18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0.93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7.5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139.32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0.93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8.82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G1+G2+G3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227509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b="1" dirty="0"/>
                            <a:t>S6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b="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0.93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G2+G3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927794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BD8E841F-96F7-F3C2-0175-67947E2DB758}"/>
              </a:ext>
            </a:extLst>
          </p:cNvPr>
          <p:cNvSpPr txBox="1"/>
          <p:nvPr/>
        </p:nvSpPr>
        <p:spPr>
          <a:xfrm>
            <a:off x="377301" y="146482"/>
            <a:ext cx="61832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Summing up the optimization results:</a:t>
            </a:r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B8840514-949D-7CDF-43D9-50062BD92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88" y="3486600"/>
            <a:ext cx="6193598" cy="3224918"/>
          </a:xfrm>
          <a:prstGeom prst="rect">
            <a:avLst/>
          </a:prstGeom>
        </p:spPr>
      </p:pic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9D7642D3-8D27-1DD1-9F25-89E54FE9C69B}"/>
              </a:ext>
            </a:extLst>
          </p:cNvPr>
          <p:cNvSpPr txBox="1"/>
          <p:nvPr/>
        </p:nvSpPr>
        <p:spPr>
          <a:xfrm>
            <a:off x="459129" y="4047281"/>
            <a:ext cx="37772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Once computed the tertiary bias, using the control tuned previously, we can simulate our optimal tertiary bias as done before. </a:t>
            </a:r>
          </a:p>
        </p:txBody>
      </p:sp>
    </p:spTree>
    <p:extLst>
      <p:ext uri="{BB962C8B-B14F-4D97-AF65-F5344CB8AC3E}">
        <p14:creationId xmlns:p14="http://schemas.microsoft.com/office/powerpoint/2010/main" val="16346718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testo, schermata, linea, Diagramma&#10;&#10;Descrizione generata automaticamente">
            <a:extLst>
              <a:ext uri="{FF2B5EF4-FFF2-40B4-BE49-F238E27FC236}">
                <a16:creationId xmlns:a16="http://schemas.microsoft.com/office/drawing/2014/main" id="{A401EAB7-42C8-6AA1-9890-B93F368FCD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004" y="1655903"/>
            <a:ext cx="5370337" cy="3546194"/>
          </a:xfrm>
          <a:prstGeom prst="rect">
            <a:avLst/>
          </a:prstGeom>
          <a:ln w="5080">
            <a:solidFill>
              <a:schemeClr val="accent1"/>
            </a:solidFill>
          </a:ln>
        </p:spPr>
      </p:pic>
      <p:pic>
        <p:nvPicPr>
          <p:cNvPr id="7" name="Immagine 6" descr="Immagine che contiene testo, linea, diagramma, Diagramma&#10;&#10;Descrizione generata automaticamente">
            <a:extLst>
              <a:ext uri="{FF2B5EF4-FFF2-40B4-BE49-F238E27FC236}">
                <a16:creationId xmlns:a16="http://schemas.microsoft.com/office/drawing/2014/main" id="{5132E44C-80D1-7C3B-B922-381778C16DC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61"/>
          <a:stretch/>
        </p:blipFill>
        <p:spPr>
          <a:xfrm>
            <a:off x="6158873" y="223777"/>
            <a:ext cx="4693419" cy="3060000"/>
          </a:xfrm>
          <a:prstGeom prst="rect">
            <a:avLst/>
          </a:prstGeom>
          <a:ln w="5080">
            <a:solidFill>
              <a:schemeClr val="accent1"/>
            </a:solidFill>
          </a:ln>
        </p:spPr>
      </p:pic>
      <p:pic>
        <p:nvPicPr>
          <p:cNvPr id="9" name="Immagine 8" descr="Immagine che contiene diagramma, linea, testo, schermata&#10;&#10;Descrizione generata automaticamente">
            <a:extLst>
              <a:ext uri="{FF2B5EF4-FFF2-40B4-BE49-F238E27FC236}">
                <a16:creationId xmlns:a16="http://schemas.microsoft.com/office/drawing/2014/main" id="{20DB1331-BBC3-7DE7-8905-F4B40B3790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2367" y="3610925"/>
            <a:ext cx="4626430" cy="3060000"/>
          </a:xfrm>
          <a:prstGeom prst="rect">
            <a:avLst/>
          </a:prstGeom>
          <a:ln w="5080">
            <a:solidFill>
              <a:schemeClr val="accent1"/>
            </a:solidFill>
          </a:ln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37CE1E20-C157-D4BA-6E1E-E295F795B68F}"/>
              </a:ext>
            </a:extLst>
          </p:cNvPr>
          <p:cNvSpPr txBox="1"/>
          <p:nvPr/>
        </p:nvSpPr>
        <p:spPr>
          <a:xfrm>
            <a:off x="7815822" y="258125"/>
            <a:ext cx="1690852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sz="1600" dirty="0">
                <a:solidFill>
                  <a:srgbClr val="0070C0"/>
                </a:solidFill>
              </a:rPr>
              <a:t>Primary control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1E4583A-A0C7-21A2-F79C-1F982D65FEBE}"/>
              </a:ext>
            </a:extLst>
          </p:cNvPr>
          <p:cNvSpPr txBox="1"/>
          <p:nvPr/>
        </p:nvSpPr>
        <p:spPr>
          <a:xfrm>
            <a:off x="7693985" y="4068452"/>
            <a:ext cx="176639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sz="1600" dirty="0">
                <a:solidFill>
                  <a:srgbClr val="0070C0"/>
                </a:solidFill>
              </a:rPr>
              <a:t>Secondary control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11319F88-E45A-6F4D-1554-7F9CC8D3144E}"/>
              </a:ext>
            </a:extLst>
          </p:cNvPr>
          <p:cNvSpPr txBox="1"/>
          <p:nvPr/>
        </p:nvSpPr>
        <p:spPr>
          <a:xfrm>
            <a:off x="2317022" y="1769210"/>
            <a:ext cx="157029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sz="1600" b="1" dirty="0">
                <a:solidFill>
                  <a:srgbClr val="0070C0"/>
                </a:solidFill>
              </a:rPr>
              <a:t>Frequency error</a:t>
            </a:r>
          </a:p>
        </p:txBody>
      </p:sp>
    </p:spTree>
    <p:extLst>
      <p:ext uri="{BB962C8B-B14F-4D97-AF65-F5344CB8AC3E}">
        <p14:creationId xmlns:p14="http://schemas.microsoft.com/office/powerpoint/2010/main" val="26041449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A8D56DF-7C8D-9514-122C-97AFBD699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917" y="210192"/>
            <a:ext cx="10515600" cy="882457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Switch configuration A/B:</a:t>
            </a:r>
            <a:endParaRPr lang="it-IT" sz="3200" dirty="0"/>
          </a:p>
        </p:txBody>
      </p:sp>
      <p:pic>
        <p:nvPicPr>
          <p:cNvPr id="4" name="Segnaposto contenuto 3" descr="Immagine che contiene diagramma, Piano, Disegno tecnico, schematico&#10;&#10;Descrizione generata automaticamente">
            <a:extLst>
              <a:ext uri="{FF2B5EF4-FFF2-40B4-BE49-F238E27FC236}">
                <a16:creationId xmlns:a16="http://schemas.microsoft.com/office/drawing/2014/main" id="{A50D571C-A815-817F-313C-449F6A8CA7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074" y="1628706"/>
            <a:ext cx="4152979" cy="1977179"/>
          </a:xfrm>
          <a:prstGeom prst="rect">
            <a:avLst/>
          </a:prstGeom>
        </p:spPr>
      </p:pic>
      <p:pic>
        <p:nvPicPr>
          <p:cNvPr id="5" name="Immagine 4" descr="Immagine che contiene diagramma, Piano, Disegno tecnico, schematico&#10;&#10;Descrizione generata automaticamente">
            <a:extLst>
              <a:ext uri="{FF2B5EF4-FFF2-40B4-BE49-F238E27FC236}">
                <a16:creationId xmlns:a16="http://schemas.microsoft.com/office/drawing/2014/main" id="{005BD951-2045-E981-02F1-BA256D24125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1142" y="2356375"/>
            <a:ext cx="4425775" cy="2439788"/>
          </a:xfrm>
          <a:prstGeom prst="rect">
            <a:avLst/>
          </a:prstGeom>
        </p:spPr>
      </p:pic>
      <p:pic>
        <p:nvPicPr>
          <p:cNvPr id="6" name="Immagine 5" descr="Immagine che contiene Carattere, diagramma, bianco, linea&#10;&#10;Descrizione generata automaticamente">
            <a:extLst>
              <a:ext uri="{FF2B5EF4-FFF2-40B4-BE49-F238E27FC236}">
                <a16:creationId xmlns:a16="http://schemas.microsoft.com/office/drawing/2014/main" id="{DA335D47-BC61-E3CC-01A5-8C9AEB6A602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073" y="3576269"/>
            <a:ext cx="4152979" cy="1195039"/>
          </a:xfrm>
          <a:prstGeom prst="rect">
            <a:avLst/>
          </a:prstGeom>
        </p:spPr>
      </p:pic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323ABC54-D678-2860-6D26-D58534D8A30B}"/>
              </a:ext>
            </a:extLst>
          </p:cNvPr>
          <p:cNvCxnSpPr/>
          <p:nvPr/>
        </p:nvCxnSpPr>
        <p:spPr>
          <a:xfrm>
            <a:off x="5138410" y="3180039"/>
            <a:ext cx="105137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543CD182-5890-EA5E-F5A0-1E1BF66B96AE}"/>
              </a:ext>
            </a:extLst>
          </p:cNvPr>
          <p:cNvSpPr txBox="1"/>
          <p:nvPr/>
        </p:nvSpPr>
        <p:spPr>
          <a:xfrm>
            <a:off x="2413719" y="1089322"/>
            <a:ext cx="644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rgbClr val="0070C0"/>
                </a:solidFill>
              </a:rPr>
              <a:t>(A)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7876FEEB-F154-CB41-F0EA-6C614DF49570}"/>
              </a:ext>
            </a:extLst>
          </p:cNvPr>
          <p:cNvSpPr txBox="1"/>
          <p:nvPr/>
        </p:nvSpPr>
        <p:spPr>
          <a:xfrm>
            <a:off x="8347062" y="1846752"/>
            <a:ext cx="7545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rgbClr val="0070C0"/>
                </a:solidFill>
              </a:rPr>
              <a:t>(B)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2D01C7D3-6BD3-6A96-45FE-7D7BEB1614D9}"/>
              </a:ext>
            </a:extLst>
          </p:cNvPr>
          <p:cNvSpPr txBox="1"/>
          <p:nvPr/>
        </p:nvSpPr>
        <p:spPr>
          <a:xfrm>
            <a:off x="777424" y="5328890"/>
            <a:ext cx="102916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transition between the two configuration is a complex task which requires proper coordination and control strategies. </a:t>
            </a:r>
            <a:endParaRPr lang="it-IT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49005400"/>
      </p:ext>
    </p:extLst>
  </p:cSld>
  <p:clrMapOvr>
    <a:masterClrMapping/>
  </p:clrMapOvr>
  <p:timing>
    <p:tnLst>
      <p:par>
        <p:cTn id="1" dur="indefinite" restart="never" nodeType="tmRoot">
          <p:childTnLst>
            <p:par>
              <p:cTn id="2"/>
            </p:par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E45D398-B986-F03F-6FB4-FD7B5A00A3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379" y="92551"/>
            <a:ext cx="11909411" cy="6611815"/>
          </a:xfrm>
        </p:spPr>
        <p:txBody>
          <a:bodyPr/>
          <a:lstStyle/>
          <a:p>
            <a:pPr marL="0" indent="0">
              <a:buNone/>
            </a:pPr>
            <a:r>
              <a:rPr lang="it-IT" sz="1800" b="1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IDEA1: SWITCHES</a:t>
            </a:r>
            <a:endParaRPr lang="it-IT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4" name="Immagine 3" descr="Immagine che contiene testo, diagramma, linea, schermata&#10;&#10;Descrizione generata automaticamente">
            <a:extLst>
              <a:ext uri="{FF2B5EF4-FFF2-40B4-BE49-F238E27FC236}">
                <a16:creationId xmlns:a16="http://schemas.microsoft.com/office/drawing/2014/main" id="{8473E692-4679-B352-0EA0-4163B64790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163" y="626865"/>
            <a:ext cx="6592476" cy="3678588"/>
          </a:xfrm>
          <a:prstGeom prst="rect">
            <a:avLst/>
          </a:prstGeom>
        </p:spPr>
      </p:pic>
      <p:pic>
        <p:nvPicPr>
          <p:cNvPr id="5" name="Immagine 4" descr="Immagine che contiene linea, testo, diagramma, Diagramma&#10;&#10;Descrizione generata automaticamente">
            <a:extLst>
              <a:ext uri="{FF2B5EF4-FFF2-40B4-BE49-F238E27FC236}">
                <a16:creationId xmlns:a16="http://schemas.microsoft.com/office/drawing/2014/main" id="{A0316A47-78CD-A164-8908-8143F6B60B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6549" y="1046073"/>
            <a:ext cx="4500000" cy="2614076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24193718-B0C7-1516-09BB-FBE4164388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06549" y="3841326"/>
            <a:ext cx="4558288" cy="2619404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91E0C0ED-318E-4BE2-7B07-2F39AD2D96AE}"/>
              </a:ext>
            </a:extLst>
          </p:cNvPr>
          <p:cNvSpPr txBox="1"/>
          <p:nvPr/>
        </p:nvSpPr>
        <p:spPr>
          <a:xfrm>
            <a:off x="606251" y="5008838"/>
            <a:ext cx="6034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There are lot’s of </a:t>
            </a:r>
            <a:r>
              <a:rPr lang="en-US" dirty="0">
                <a:solidFill>
                  <a:srgbClr val="C00000"/>
                </a:solidFill>
              </a:rPr>
              <a:t>probelms</a:t>
            </a:r>
            <a:r>
              <a:rPr lang="it-IT" dirty="0"/>
              <a:t> on this implementation..</a:t>
            </a:r>
          </a:p>
        </p:txBody>
      </p:sp>
    </p:spTree>
    <p:extLst>
      <p:ext uri="{BB962C8B-B14F-4D97-AF65-F5344CB8AC3E}">
        <p14:creationId xmlns:p14="http://schemas.microsoft.com/office/powerpoint/2010/main" val="26568654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6A95389-AE87-C668-17FE-89DCB0BFA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307" y="699247"/>
            <a:ext cx="11560550" cy="5779296"/>
          </a:xfrm>
        </p:spPr>
        <p:txBody>
          <a:bodyPr/>
          <a:lstStyle/>
          <a:p>
            <a:pPr marL="0" lvl="0" indent="0">
              <a:lnSpc>
                <a:spcPct val="107000"/>
              </a:lnSpc>
              <a:buNone/>
            </a:pPr>
            <a:r>
              <a:rPr lang="en-US" sz="2400" b="1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HINTS:</a:t>
            </a:r>
          </a:p>
          <a:p>
            <a:pPr marL="0" lvl="0" indent="0">
              <a:lnSpc>
                <a:spcPct val="107000"/>
              </a:lnSpc>
              <a:buNone/>
            </a:pPr>
            <a:r>
              <a:rPr lang="en-US" sz="20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previous “solution” and some try we find out that </a:t>
            </a:r>
            <a:r>
              <a:rPr lang="en-US" sz="20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need</a:t>
            </a:r>
            <a:r>
              <a:rPr lang="en-US" sz="20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lvl="0">
              <a:lnSpc>
                <a:spcPct val="107000"/>
              </a:lnSpc>
            </a:pPr>
            <a:r>
              <a:rPr lang="en-US" sz="20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Proper connection/switching between 2 separate sub grids to one single grid</a:t>
            </a:r>
            <a:endParaRPr lang="it-IT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</a:pPr>
            <a:r>
              <a:rPr lang="en-US" sz="20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Change of the controller parameters, not only on Kp, Ks but also on the </a:t>
            </a:r>
            <a:r>
              <a:rPr lang="en-US" sz="20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β</a:t>
            </a:r>
            <a:r>
              <a:rPr lang="en-US" sz="20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 of secondary control.</a:t>
            </a:r>
            <a:endParaRPr lang="it-IT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</a:pPr>
            <a:r>
              <a:rPr lang="en-US" sz="20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Centralized network inertia.</a:t>
            </a:r>
            <a:endParaRPr lang="it-IT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</a:pPr>
            <a:r>
              <a:rPr lang="en-US" sz="2000" kern="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en-US" sz="20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oad distribution.</a:t>
            </a:r>
            <a:endParaRPr lang="it-IT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</a:pPr>
            <a:r>
              <a:rPr lang="en-US" sz="20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Synchronization of the frequency error and on control action.</a:t>
            </a:r>
            <a:endParaRPr lang="it-IT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</a:pPr>
            <a:r>
              <a:rPr lang="en-US" sz="20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Adapt optimization: Tertiary control bias changes.</a:t>
            </a:r>
            <a:endParaRPr lang="it-IT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en-US" sz="20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Determine when is convenient to switch, in fact is not an easy choice.</a:t>
            </a:r>
            <a:endParaRPr lang="it-IT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sz="2400" b="1" dirty="0">
              <a:solidFill>
                <a:srgbClr val="0070C0"/>
              </a:solidFill>
            </a:endParaRPr>
          </a:p>
          <a:p>
            <a:pPr marL="0" indent="0" algn="ctr">
              <a:buNone/>
            </a:pPr>
            <a:endParaRPr lang="it-IT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sz="24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it-IT" sz="24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205962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egnaposto contenuto 4" descr="Immagine che contiene testo, diagramma, Piano, schematico&#10;&#10;Descrizione generata automaticamente">
            <a:extLst>
              <a:ext uri="{FF2B5EF4-FFF2-40B4-BE49-F238E27FC236}">
                <a16:creationId xmlns:a16="http://schemas.microsoft.com/office/drawing/2014/main" id="{B79EF306-019D-7F60-F801-AC148C7405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29" t="-14464" r="1129" b="14464"/>
          <a:stretch/>
        </p:blipFill>
        <p:spPr>
          <a:xfrm>
            <a:off x="532660" y="74183"/>
            <a:ext cx="5751776" cy="5090068"/>
          </a:xfr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59A42FD3-0CA6-CFB2-54F9-5D95E86FDF51}"/>
              </a:ext>
            </a:extLst>
          </p:cNvPr>
          <p:cNvSpPr txBox="1"/>
          <p:nvPr/>
        </p:nvSpPr>
        <p:spPr>
          <a:xfrm>
            <a:off x="532660" y="221941"/>
            <a:ext cx="4589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0070C0"/>
                </a:solidFill>
              </a:rPr>
              <a:t>IDEA 2, Switches and variable gains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DF3602FF-2D35-6094-424B-91F6833AB8EC}"/>
              </a:ext>
            </a:extLst>
          </p:cNvPr>
          <p:cNvSpPr txBox="1"/>
          <p:nvPr/>
        </p:nvSpPr>
        <p:spPr>
          <a:xfrm>
            <a:off x="6798832" y="3429000"/>
            <a:ext cx="5163671" cy="3508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it-IT" sz="2400" b="1" dirty="0">
                <a:solidFill>
                  <a:srgbClr val="0070C0"/>
                </a:solidFill>
              </a:rPr>
              <a:t>CONCLUSIONS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Generalizing, a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control scheme able to switch maybe between more than two configurations may need adaptive control. </a:t>
            </a:r>
            <a:r>
              <a:rPr lang="en-US" kern="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 process data to update its parameter and control action, with an autonomous switching system and also some safety. So it need a complex infrastructure with a central control and some local controllers, plus optimization algorithms on top and proper exchange of information and communication.</a:t>
            </a:r>
            <a:endParaRPr lang="it-IT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it-IT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C87057F1-B0D8-7818-1537-6C39A6FFA328}"/>
              </a:ext>
            </a:extLst>
          </p:cNvPr>
          <p:cNvSpPr txBox="1"/>
          <p:nvPr/>
        </p:nvSpPr>
        <p:spPr>
          <a:xfrm>
            <a:off x="312050" y="5312009"/>
            <a:ext cx="3017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(Hard to simulate in Modelica)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47423508-E2A0-B3D1-AF2E-622E158A5E9A}"/>
              </a:ext>
            </a:extLst>
          </p:cNvPr>
          <p:cNvSpPr txBox="1"/>
          <p:nvPr/>
        </p:nvSpPr>
        <p:spPr>
          <a:xfrm>
            <a:off x="6798832" y="1695887"/>
            <a:ext cx="47226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0070C0"/>
                </a:solidFill>
              </a:rPr>
              <a:t>Other idea</a:t>
            </a:r>
            <a:r>
              <a:rPr lang="it-IT" dirty="0"/>
              <a:t>: we can use a scheme similar to this one, but with a </a:t>
            </a:r>
            <a:r>
              <a:rPr lang="en-US" dirty="0"/>
              <a:t>proper</a:t>
            </a:r>
            <a:r>
              <a:rPr lang="it-IT" dirty="0"/>
              <a:t> variable gain TF block, to avoid some strange </a:t>
            </a:r>
            <a:r>
              <a:rPr lang="en-US" dirty="0"/>
              <a:t>behaviors</a:t>
            </a:r>
          </a:p>
        </p:txBody>
      </p:sp>
    </p:spTree>
    <p:extLst>
      <p:ext uri="{BB962C8B-B14F-4D97-AF65-F5344CB8AC3E}">
        <p14:creationId xmlns:p14="http://schemas.microsoft.com/office/powerpoint/2010/main" val="33821046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8648</TotalTime>
  <Words>1940</Words>
  <Application>Microsoft Office PowerPoint</Application>
  <PresentationFormat>Widescreen</PresentationFormat>
  <Paragraphs>392</Paragraphs>
  <Slides>19</Slides>
  <Notes>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19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Courier New</vt:lpstr>
      <vt:lpstr>LiberationSans</vt:lpstr>
      <vt:lpstr>Tema di Office</vt:lpstr>
      <vt:lpstr> Automation of Energy Systems Project for the academic year 2022/2023   Riccardo Mondin, Davide Pizzoccheri, Alessandro Puglisi, Nicolò Spinelli</vt:lpstr>
      <vt:lpstr>Configuration A, Control</vt:lpstr>
      <vt:lpstr>Presentazione standard di PowerPoint</vt:lpstr>
      <vt:lpstr>Presentazione standard di PowerPoint</vt:lpstr>
      <vt:lpstr>Presentazione standard di PowerPoint</vt:lpstr>
      <vt:lpstr>Configuration A, Optimization</vt:lpstr>
      <vt:lpstr>Presentazione standard di PowerPoint</vt:lpstr>
      <vt:lpstr>Presentazione standard di PowerPoint</vt:lpstr>
      <vt:lpstr>Presentazione standard di PowerPoint</vt:lpstr>
      <vt:lpstr>Configuration B, Control  </vt:lpstr>
      <vt:lpstr>Presentazione standard di PowerPoint</vt:lpstr>
      <vt:lpstr>Configuration B, Optimization</vt:lpstr>
      <vt:lpstr>Presentazione standard di PowerPoint</vt:lpstr>
      <vt:lpstr>Presentazione standard di PowerPoint</vt:lpstr>
      <vt:lpstr>Presentazione standard di PowerPoint</vt:lpstr>
      <vt:lpstr>Switch configuration A/B: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Automation of Energy Systems Project for the academic year 2022/2023   Alessandro Puglisi, Nicolò Spinelli, Riccardo Mondin, Davide Pizzocheri</dc:title>
  <dc:creator>Alessandro Puglisi</dc:creator>
  <cp:lastModifiedBy>Alessandro Puglisi</cp:lastModifiedBy>
  <cp:revision>8</cp:revision>
  <dcterms:created xsi:type="dcterms:W3CDTF">2023-06-04T21:14:14Z</dcterms:created>
  <dcterms:modified xsi:type="dcterms:W3CDTF">2023-06-15T12:40:24Z</dcterms:modified>
</cp:coreProperties>
</file>