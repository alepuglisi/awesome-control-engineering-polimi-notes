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6E32471-381F-4562-B88D-616B1E1C420B}" v="385" dt="2023-06-07T20:34:30.29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Stile medio 2 - Color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89" autoAdjust="0"/>
    <p:restoredTop sz="94660"/>
  </p:normalViewPr>
  <p:slideViewPr>
    <p:cSldViewPr snapToGrid="0">
      <p:cViewPr>
        <p:scale>
          <a:sx n="99" d="100"/>
          <a:sy n="99" d="100"/>
        </p:scale>
        <p:origin x="67" y="13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ssandro Puglisi" userId="858cc4a1209dfa0b" providerId="LiveId" clId="{F6E32471-381F-4562-B88D-616B1E1C420B}"/>
    <pc:docChg chg="undo custSel addSld modSld">
      <pc:chgData name="Alessandro Puglisi" userId="858cc4a1209dfa0b" providerId="LiveId" clId="{F6E32471-381F-4562-B88D-616B1E1C420B}" dt="2023-06-07T20:34:30.298" v="6184" actId="255"/>
      <pc:docMkLst>
        <pc:docMk/>
      </pc:docMkLst>
      <pc:sldChg chg="modSp mod">
        <pc:chgData name="Alessandro Puglisi" userId="858cc4a1209dfa0b" providerId="LiveId" clId="{F6E32471-381F-4562-B88D-616B1E1C420B}" dt="2023-06-04T21:47:52.821" v="203" actId="27636"/>
        <pc:sldMkLst>
          <pc:docMk/>
          <pc:sldMk cId="2839265131" sldId="256"/>
        </pc:sldMkLst>
        <pc:spChg chg="mod">
          <ac:chgData name="Alessandro Puglisi" userId="858cc4a1209dfa0b" providerId="LiveId" clId="{F6E32471-381F-4562-B88D-616B1E1C420B}" dt="2023-06-04T21:47:52.821" v="203" actId="27636"/>
          <ac:spMkLst>
            <pc:docMk/>
            <pc:sldMk cId="2839265131" sldId="256"/>
            <ac:spMk id="3" creationId="{E034F32A-3152-5603-3AD2-9EE5BA069D13}"/>
          </ac:spMkLst>
        </pc:spChg>
      </pc:sldChg>
      <pc:sldChg chg="addSp delSp modSp new mod">
        <pc:chgData name="Alessandro Puglisi" userId="858cc4a1209dfa0b" providerId="LiveId" clId="{F6E32471-381F-4562-B88D-616B1E1C420B}" dt="2023-06-05T00:06:21.029" v="4401" actId="255"/>
        <pc:sldMkLst>
          <pc:docMk/>
          <pc:sldMk cId="2528948478" sldId="257"/>
        </pc:sldMkLst>
        <pc:spChg chg="add del mod">
          <ac:chgData name="Alessandro Puglisi" userId="858cc4a1209dfa0b" providerId="LiveId" clId="{F6E32471-381F-4562-B88D-616B1E1C420B}" dt="2023-06-05T00:06:21.029" v="4401" actId="255"/>
          <ac:spMkLst>
            <pc:docMk/>
            <pc:sldMk cId="2528948478" sldId="257"/>
            <ac:spMk id="2" creationId="{4B11CB87-EA96-589B-D796-2F255A086104}"/>
          </ac:spMkLst>
        </pc:spChg>
        <pc:spChg chg="mod">
          <ac:chgData name="Alessandro Puglisi" userId="858cc4a1209dfa0b" providerId="LiveId" clId="{F6E32471-381F-4562-B88D-616B1E1C420B}" dt="2023-06-04T22:12:10.034" v="674" actId="27636"/>
          <ac:spMkLst>
            <pc:docMk/>
            <pc:sldMk cId="2528948478" sldId="257"/>
            <ac:spMk id="3" creationId="{041F4977-4406-618D-1F17-DDEA0CCBCCC7}"/>
          </ac:spMkLst>
        </pc:spChg>
        <pc:picChg chg="add mod">
          <ac:chgData name="Alessandro Puglisi" userId="858cc4a1209dfa0b" providerId="LiveId" clId="{F6E32471-381F-4562-B88D-616B1E1C420B}" dt="2023-06-04T21:59:36.091" v="439" actId="1076"/>
          <ac:picMkLst>
            <pc:docMk/>
            <pc:sldMk cId="2528948478" sldId="257"/>
            <ac:picMk id="4" creationId="{91080015-455D-3B55-8D74-1946BE0BDDFF}"/>
          </ac:picMkLst>
        </pc:picChg>
      </pc:sldChg>
      <pc:sldChg chg="addSp delSp modSp new mod chgLayout">
        <pc:chgData name="Alessandro Puglisi" userId="858cc4a1209dfa0b" providerId="LiveId" clId="{F6E32471-381F-4562-B88D-616B1E1C420B}" dt="2023-06-04T22:29:20.721" v="1374" actId="255"/>
        <pc:sldMkLst>
          <pc:docMk/>
          <pc:sldMk cId="1102008575" sldId="258"/>
        </pc:sldMkLst>
        <pc:spChg chg="del">
          <ac:chgData name="Alessandro Puglisi" userId="858cc4a1209dfa0b" providerId="LiveId" clId="{F6E32471-381F-4562-B88D-616B1E1C420B}" dt="2023-06-04T22:02:36.491" v="560" actId="478"/>
          <ac:spMkLst>
            <pc:docMk/>
            <pc:sldMk cId="1102008575" sldId="258"/>
            <ac:spMk id="2" creationId="{94BCE49B-9715-0ECD-1C6A-C942D0DD8DC2}"/>
          </ac:spMkLst>
        </pc:spChg>
        <pc:spChg chg="del mod">
          <ac:chgData name="Alessandro Puglisi" userId="858cc4a1209dfa0b" providerId="LiveId" clId="{F6E32471-381F-4562-B88D-616B1E1C420B}" dt="2023-06-04T22:02:58.825" v="564"/>
          <ac:spMkLst>
            <pc:docMk/>
            <pc:sldMk cId="1102008575" sldId="258"/>
            <ac:spMk id="3" creationId="{504CF134-53F8-51EA-5FC7-BAFC6467F386}"/>
          </ac:spMkLst>
        </pc:spChg>
        <pc:spChg chg="add del mod ord">
          <ac:chgData name="Alessandro Puglisi" userId="858cc4a1209dfa0b" providerId="LiveId" clId="{F6E32471-381F-4562-B88D-616B1E1C420B}" dt="2023-06-04T22:03:33.763" v="568" actId="478"/>
          <ac:spMkLst>
            <pc:docMk/>
            <pc:sldMk cId="1102008575" sldId="258"/>
            <ac:spMk id="5" creationId="{33DCB2AF-C243-D3BC-0302-2574A14B1C3D}"/>
          </ac:spMkLst>
        </pc:spChg>
        <pc:spChg chg="add mod">
          <ac:chgData name="Alessandro Puglisi" userId="858cc4a1209dfa0b" providerId="LiveId" clId="{F6E32471-381F-4562-B88D-616B1E1C420B}" dt="2023-06-04T22:29:20.721" v="1374" actId="255"/>
          <ac:spMkLst>
            <pc:docMk/>
            <pc:sldMk cId="1102008575" sldId="258"/>
            <ac:spMk id="7" creationId="{6EDF525A-3D13-DE52-0BAC-622407A74236}"/>
          </ac:spMkLst>
        </pc:spChg>
        <pc:spChg chg="add del mod">
          <ac:chgData name="Alessandro Puglisi" userId="858cc4a1209dfa0b" providerId="LiveId" clId="{F6E32471-381F-4562-B88D-616B1E1C420B}" dt="2023-06-04T22:13:37.195" v="720" actId="478"/>
          <ac:spMkLst>
            <pc:docMk/>
            <pc:sldMk cId="1102008575" sldId="258"/>
            <ac:spMk id="11" creationId="{786FAB6E-2614-4F9C-7B04-E92105B7B8FE}"/>
          </ac:spMkLst>
        </pc:spChg>
        <pc:spChg chg="add mod">
          <ac:chgData name="Alessandro Puglisi" userId="858cc4a1209dfa0b" providerId="LiveId" clId="{F6E32471-381F-4562-B88D-616B1E1C420B}" dt="2023-06-04T22:21:46.154" v="1137" actId="207"/>
          <ac:spMkLst>
            <pc:docMk/>
            <pc:sldMk cId="1102008575" sldId="258"/>
            <ac:spMk id="12" creationId="{6C00D438-3BDC-0DF8-CE96-4B60A2A98D9D}"/>
          </ac:spMkLst>
        </pc:spChg>
        <pc:picChg chg="add del mod ord">
          <ac:chgData name="Alessandro Puglisi" userId="858cc4a1209dfa0b" providerId="LiveId" clId="{F6E32471-381F-4562-B88D-616B1E1C420B}" dt="2023-06-04T22:03:38.337" v="570" actId="478"/>
          <ac:picMkLst>
            <pc:docMk/>
            <pc:sldMk cId="1102008575" sldId="258"/>
            <ac:picMk id="4" creationId="{5F895D85-6376-FC71-51F5-308E6A6C0943}"/>
          </ac:picMkLst>
        </pc:picChg>
        <pc:picChg chg="add mod">
          <ac:chgData name="Alessandro Puglisi" userId="858cc4a1209dfa0b" providerId="LiveId" clId="{F6E32471-381F-4562-B88D-616B1E1C420B}" dt="2023-06-04T22:19:03.979" v="979" actId="1076"/>
          <ac:picMkLst>
            <pc:docMk/>
            <pc:sldMk cId="1102008575" sldId="258"/>
            <ac:picMk id="8" creationId="{5800798F-00BB-0055-F958-BCD04D68036D}"/>
          </ac:picMkLst>
        </pc:picChg>
        <pc:picChg chg="add mod">
          <ac:chgData name="Alessandro Puglisi" userId="858cc4a1209dfa0b" providerId="LiveId" clId="{F6E32471-381F-4562-B88D-616B1E1C420B}" dt="2023-06-04T22:18:44.377" v="964" actId="1076"/>
          <ac:picMkLst>
            <pc:docMk/>
            <pc:sldMk cId="1102008575" sldId="258"/>
            <ac:picMk id="10" creationId="{A5B56277-767A-D6E5-9D9E-CC03E412D10A}"/>
          </ac:picMkLst>
        </pc:picChg>
        <pc:picChg chg="add del mod">
          <ac:chgData name="Alessandro Puglisi" userId="858cc4a1209dfa0b" providerId="LiveId" clId="{F6E32471-381F-4562-B88D-616B1E1C420B}" dt="2023-06-04T22:26:30.120" v="1355" actId="478"/>
          <ac:picMkLst>
            <pc:docMk/>
            <pc:sldMk cId="1102008575" sldId="258"/>
            <ac:picMk id="13" creationId="{2C763E98-BB32-C752-D50D-928F7D5A1D87}"/>
          </ac:picMkLst>
        </pc:picChg>
        <pc:picChg chg="add mod">
          <ac:chgData name="Alessandro Puglisi" userId="858cc4a1209dfa0b" providerId="LiveId" clId="{F6E32471-381F-4562-B88D-616B1E1C420B}" dt="2023-06-04T22:28:51.612" v="1370" actId="692"/>
          <ac:picMkLst>
            <pc:docMk/>
            <pc:sldMk cId="1102008575" sldId="258"/>
            <ac:picMk id="15" creationId="{3B01638D-6309-2D7D-3A9D-A1CFCE6BEE15}"/>
          </ac:picMkLst>
        </pc:picChg>
      </pc:sldChg>
      <pc:sldChg chg="addSp delSp modSp new mod">
        <pc:chgData name="Alessandro Puglisi" userId="858cc4a1209dfa0b" providerId="LiveId" clId="{F6E32471-381F-4562-B88D-616B1E1C420B}" dt="2023-06-07T20:34:02.442" v="6183" actId="255"/>
        <pc:sldMkLst>
          <pc:docMk/>
          <pc:sldMk cId="1312468078" sldId="259"/>
        </pc:sldMkLst>
        <pc:spChg chg="del">
          <ac:chgData name="Alessandro Puglisi" userId="858cc4a1209dfa0b" providerId="LiveId" clId="{F6E32471-381F-4562-B88D-616B1E1C420B}" dt="2023-06-04T22:29:51.946" v="1376" actId="478"/>
          <ac:spMkLst>
            <pc:docMk/>
            <pc:sldMk cId="1312468078" sldId="259"/>
            <ac:spMk id="2" creationId="{9618A222-B437-E020-0486-49A5F0FA4E33}"/>
          </ac:spMkLst>
        </pc:spChg>
        <pc:spChg chg="mod">
          <ac:chgData name="Alessandro Puglisi" userId="858cc4a1209dfa0b" providerId="LiveId" clId="{F6E32471-381F-4562-B88D-616B1E1C420B}" dt="2023-06-07T20:34:02.442" v="6183" actId="255"/>
          <ac:spMkLst>
            <pc:docMk/>
            <pc:sldMk cId="1312468078" sldId="259"/>
            <ac:spMk id="3" creationId="{2D388266-AFF6-34AD-52D6-3422D545188C}"/>
          </ac:spMkLst>
        </pc:spChg>
        <pc:spChg chg="add mod">
          <ac:chgData name="Alessandro Puglisi" userId="858cc4a1209dfa0b" providerId="LiveId" clId="{F6E32471-381F-4562-B88D-616B1E1C420B}" dt="2023-06-04T22:38:52.854" v="1830" actId="20577"/>
          <ac:spMkLst>
            <pc:docMk/>
            <pc:sldMk cId="1312468078" sldId="259"/>
            <ac:spMk id="7" creationId="{980FBDFF-A21D-B0DB-A073-856EE77E67D0}"/>
          </ac:spMkLst>
        </pc:spChg>
        <pc:picChg chg="add mod">
          <ac:chgData name="Alessandro Puglisi" userId="858cc4a1209dfa0b" providerId="LiveId" clId="{F6E32471-381F-4562-B88D-616B1E1C420B}" dt="2023-06-04T22:36:08.077" v="1549" actId="1076"/>
          <ac:picMkLst>
            <pc:docMk/>
            <pc:sldMk cId="1312468078" sldId="259"/>
            <ac:picMk id="2" creationId="{7CE0D629-A825-ECB7-3796-EC7A620152E6}"/>
          </ac:picMkLst>
        </pc:picChg>
        <pc:picChg chg="add mod">
          <ac:chgData name="Alessandro Puglisi" userId="858cc4a1209dfa0b" providerId="LiveId" clId="{F6E32471-381F-4562-B88D-616B1E1C420B}" dt="2023-06-04T22:33:28.740" v="1490" actId="1076"/>
          <ac:picMkLst>
            <pc:docMk/>
            <pc:sldMk cId="1312468078" sldId="259"/>
            <ac:picMk id="4" creationId="{312B6C3E-1FB1-90FC-D229-0737A8C79684}"/>
          </ac:picMkLst>
        </pc:picChg>
        <pc:picChg chg="add mod">
          <ac:chgData name="Alessandro Puglisi" userId="858cc4a1209dfa0b" providerId="LiveId" clId="{F6E32471-381F-4562-B88D-616B1E1C420B}" dt="2023-06-04T22:36:02.553" v="1548" actId="1076"/>
          <ac:picMkLst>
            <pc:docMk/>
            <pc:sldMk cId="1312468078" sldId="259"/>
            <ac:picMk id="5" creationId="{FFA57567-AF74-2DE1-1B96-8B19EDA52A57}"/>
          </ac:picMkLst>
        </pc:picChg>
        <pc:picChg chg="add mod">
          <ac:chgData name="Alessandro Puglisi" userId="858cc4a1209dfa0b" providerId="LiveId" clId="{F6E32471-381F-4562-B88D-616B1E1C420B}" dt="2023-06-04T22:36:12.161" v="1550" actId="1076"/>
          <ac:picMkLst>
            <pc:docMk/>
            <pc:sldMk cId="1312468078" sldId="259"/>
            <ac:picMk id="6" creationId="{1F128CF2-02E1-EF95-F854-864BC60C8B3C}"/>
          </ac:picMkLst>
        </pc:picChg>
      </pc:sldChg>
      <pc:sldChg chg="addSp delSp modSp new mod">
        <pc:chgData name="Alessandro Puglisi" userId="858cc4a1209dfa0b" providerId="LiveId" clId="{F6E32471-381F-4562-B88D-616B1E1C420B}" dt="2023-06-04T23:00:23.670" v="2572" actId="1076"/>
        <pc:sldMkLst>
          <pc:docMk/>
          <pc:sldMk cId="2428687601" sldId="260"/>
        </pc:sldMkLst>
        <pc:spChg chg="del">
          <ac:chgData name="Alessandro Puglisi" userId="858cc4a1209dfa0b" providerId="LiveId" clId="{F6E32471-381F-4562-B88D-616B1E1C420B}" dt="2023-06-04T22:44:23.040" v="1905" actId="478"/>
          <ac:spMkLst>
            <pc:docMk/>
            <pc:sldMk cId="2428687601" sldId="260"/>
            <ac:spMk id="2" creationId="{EE10CF85-941E-DA7A-C397-6C42B87A6D45}"/>
          </ac:spMkLst>
        </pc:spChg>
        <pc:spChg chg="del mod">
          <ac:chgData name="Alessandro Puglisi" userId="858cc4a1209dfa0b" providerId="LiveId" clId="{F6E32471-381F-4562-B88D-616B1E1C420B}" dt="2023-06-04T22:44:48.234" v="1910"/>
          <ac:spMkLst>
            <pc:docMk/>
            <pc:sldMk cId="2428687601" sldId="260"/>
            <ac:spMk id="3" creationId="{409C57D6-75D5-F9E2-F603-7123EA904132}"/>
          </ac:spMkLst>
        </pc:spChg>
        <pc:spChg chg="add mod">
          <ac:chgData name="Alessandro Puglisi" userId="858cc4a1209dfa0b" providerId="LiveId" clId="{F6E32471-381F-4562-B88D-616B1E1C420B}" dt="2023-06-04T23:00:21.405" v="2571" actId="20577"/>
          <ac:spMkLst>
            <pc:docMk/>
            <pc:sldMk cId="2428687601" sldId="260"/>
            <ac:spMk id="6" creationId="{F2875A10-7CCA-9CD1-F82F-6388C8892700}"/>
          </ac:spMkLst>
        </pc:spChg>
        <pc:picChg chg="add del mod">
          <ac:chgData name="Alessandro Puglisi" userId="858cc4a1209dfa0b" providerId="LiveId" clId="{F6E32471-381F-4562-B88D-616B1E1C420B}" dt="2023-06-04T22:44:52.680" v="1912" actId="478"/>
          <ac:picMkLst>
            <pc:docMk/>
            <pc:sldMk cId="2428687601" sldId="260"/>
            <ac:picMk id="4" creationId="{48A8C400-FCD0-C06B-34C9-AFA05A324C84}"/>
          </ac:picMkLst>
        </pc:picChg>
        <pc:picChg chg="add mod">
          <ac:chgData name="Alessandro Puglisi" userId="858cc4a1209dfa0b" providerId="LiveId" clId="{F6E32471-381F-4562-B88D-616B1E1C420B}" dt="2023-06-04T23:00:09.635" v="2565" actId="1076"/>
          <ac:picMkLst>
            <pc:docMk/>
            <pc:sldMk cId="2428687601" sldId="260"/>
            <ac:picMk id="8" creationId="{2F4C37B0-FBC4-1936-D0FC-3D972E66B01C}"/>
          </ac:picMkLst>
        </pc:picChg>
        <pc:picChg chg="add mod">
          <ac:chgData name="Alessandro Puglisi" userId="858cc4a1209dfa0b" providerId="LiveId" clId="{F6E32471-381F-4562-B88D-616B1E1C420B}" dt="2023-06-04T23:00:23.670" v="2572" actId="1076"/>
          <ac:picMkLst>
            <pc:docMk/>
            <pc:sldMk cId="2428687601" sldId="260"/>
            <ac:picMk id="10" creationId="{19E320C4-6014-D2D9-6DF5-6D0DF6549998}"/>
          </ac:picMkLst>
        </pc:picChg>
        <pc:picChg chg="add mod">
          <ac:chgData name="Alessandro Puglisi" userId="858cc4a1209dfa0b" providerId="LiveId" clId="{F6E32471-381F-4562-B88D-616B1E1C420B}" dt="2023-06-04T22:59:35.376" v="2562" actId="692"/>
          <ac:picMkLst>
            <pc:docMk/>
            <pc:sldMk cId="2428687601" sldId="260"/>
            <ac:picMk id="12" creationId="{DA02201C-3093-0B0B-F544-B61760AECFFE}"/>
          </ac:picMkLst>
        </pc:picChg>
      </pc:sldChg>
      <pc:sldChg chg="addSp delSp modSp new mod">
        <pc:chgData name="Alessandro Puglisi" userId="858cc4a1209dfa0b" providerId="LiveId" clId="{F6E32471-381F-4562-B88D-616B1E1C420B}" dt="2023-06-04T23:48:01.057" v="3862" actId="1076"/>
        <pc:sldMkLst>
          <pc:docMk/>
          <pc:sldMk cId="3369938643" sldId="261"/>
        </pc:sldMkLst>
        <pc:spChg chg="mod">
          <ac:chgData name="Alessandro Puglisi" userId="858cc4a1209dfa0b" providerId="LiveId" clId="{F6E32471-381F-4562-B88D-616B1E1C420B}" dt="2023-06-04T23:17:02.693" v="2905" actId="1076"/>
          <ac:spMkLst>
            <pc:docMk/>
            <pc:sldMk cId="3369938643" sldId="261"/>
            <ac:spMk id="2" creationId="{3E50A5DC-9DC8-F8F8-5B3A-8DBE167C4F74}"/>
          </ac:spMkLst>
        </pc:spChg>
        <pc:spChg chg="mod">
          <ac:chgData name="Alessandro Puglisi" userId="858cc4a1209dfa0b" providerId="LiveId" clId="{F6E32471-381F-4562-B88D-616B1E1C420B}" dt="2023-06-04T23:19:40.896" v="3006" actId="20577"/>
          <ac:spMkLst>
            <pc:docMk/>
            <pc:sldMk cId="3369938643" sldId="261"/>
            <ac:spMk id="3" creationId="{81C9B99E-7DEF-1371-C24B-C717F393893A}"/>
          </ac:spMkLst>
        </pc:spChg>
        <pc:spChg chg="add del">
          <ac:chgData name="Alessandro Puglisi" userId="858cc4a1209dfa0b" providerId="LiveId" clId="{F6E32471-381F-4562-B88D-616B1E1C420B}" dt="2023-06-04T23:13:29.991" v="2837"/>
          <ac:spMkLst>
            <pc:docMk/>
            <pc:sldMk cId="3369938643" sldId="261"/>
            <ac:spMk id="5" creationId="{FC4E3D89-B170-53D4-044E-EBE2212B7B7B}"/>
          </ac:spMkLst>
        </pc:spChg>
        <pc:spChg chg="add mod">
          <ac:chgData name="Alessandro Puglisi" userId="858cc4a1209dfa0b" providerId="LiveId" clId="{F6E32471-381F-4562-B88D-616B1E1C420B}" dt="2023-06-04T23:12:35.160" v="2833" actId="1076"/>
          <ac:spMkLst>
            <pc:docMk/>
            <pc:sldMk cId="3369938643" sldId="261"/>
            <ac:spMk id="7" creationId="{DA28813D-5419-2A42-9159-DE3D1EEA0DB7}"/>
          </ac:spMkLst>
        </pc:spChg>
        <pc:spChg chg="add del">
          <ac:chgData name="Alessandro Puglisi" userId="858cc4a1209dfa0b" providerId="LiveId" clId="{F6E32471-381F-4562-B88D-616B1E1C420B}" dt="2023-06-04T23:13:29.991" v="2837"/>
          <ac:spMkLst>
            <pc:docMk/>
            <pc:sldMk cId="3369938643" sldId="261"/>
            <ac:spMk id="8" creationId="{97DE9389-CFF0-61E0-FC5E-607700E2607C}"/>
          </ac:spMkLst>
        </pc:spChg>
        <pc:spChg chg="add del">
          <ac:chgData name="Alessandro Puglisi" userId="858cc4a1209dfa0b" providerId="LiveId" clId="{F6E32471-381F-4562-B88D-616B1E1C420B}" dt="2023-06-04T23:13:29.991" v="2837"/>
          <ac:spMkLst>
            <pc:docMk/>
            <pc:sldMk cId="3369938643" sldId="261"/>
            <ac:spMk id="9" creationId="{6FF06B96-1BBB-0190-1F9F-27D23E11529C}"/>
          </ac:spMkLst>
        </pc:spChg>
        <pc:spChg chg="add mod">
          <ac:chgData name="Alessandro Puglisi" userId="858cc4a1209dfa0b" providerId="LiveId" clId="{F6E32471-381F-4562-B88D-616B1E1C420B}" dt="2023-06-04T23:16:42.219" v="2901" actId="1076"/>
          <ac:spMkLst>
            <pc:docMk/>
            <pc:sldMk cId="3369938643" sldId="261"/>
            <ac:spMk id="10" creationId="{9467E237-6E7D-35D7-A432-6D33C798E709}"/>
          </ac:spMkLst>
        </pc:spChg>
        <pc:graphicFrameChg chg="add mod modGraphic">
          <ac:chgData name="Alessandro Puglisi" userId="858cc4a1209dfa0b" providerId="LiveId" clId="{F6E32471-381F-4562-B88D-616B1E1C420B}" dt="2023-06-04T23:48:01.057" v="3862" actId="1076"/>
          <ac:graphicFrameMkLst>
            <pc:docMk/>
            <pc:sldMk cId="3369938643" sldId="261"/>
            <ac:graphicFrameMk id="4" creationId="{84A8E54E-59BA-7CD0-9EDC-447E65D22B7D}"/>
          </ac:graphicFrameMkLst>
        </pc:graphicFrameChg>
        <pc:picChg chg="add mod">
          <ac:chgData name="Alessandro Puglisi" userId="858cc4a1209dfa0b" providerId="LiveId" clId="{F6E32471-381F-4562-B88D-616B1E1C420B}" dt="2023-06-04T23:12:40.694" v="2835" actId="1076"/>
          <ac:picMkLst>
            <pc:docMk/>
            <pc:sldMk cId="3369938643" sldId="261"/>
            <ac:picMk id="6" creationId="{BD493D6A-072C-8B61-29E4-A0C6DEEFE8E4}"/>
          </ac:picMkLst>
        </pc:picChg>
      </pc:sldChg>
      <pc:sldChg chg="addSp delSp modSp new mod">
        <pc:chgData name="Alessandro Puglisi" userId="858cc4a1209dfa0b" providerId="LiveId" clId="{F6E32471-381F-4562-B88D-616B1E1C420B}" dt="2023-06-04T23:52:09.742" v="4058" actId="5793"/>
        <pc:sldMkLst>
          <pc:docMk/>
          <pc:sldMk cId="1219509894" sldId="262"/>
        </pc:sldMkLst>
        <pc:spChg chg="del">
          <ac:chgData name="Alessandro Puglisi" userId="858cc4a1209dfa0b" providerId="LiveId" clId="{F6E32471-381F-4562-B88D-616B1E1C420B}" dt="2023-06-04T23:17:30.317" v="2911" actId="478"/>
          <ac:spMkLst>
            <pc:docMk/>
            <pc:sldMk cId="1219509894" sldId="262"/>
            <ac:spMk id="2" creationId="{6599BF76-4CBD-761C-A406-200894032623}"/>
          </ac:spMkLst>
        </pc:spChg>
        <pc:spChg chg="mod">
          <ac:chgData name="Alessandro Puglisi" userId="858cc4a1209dfa0b" providerId="LiveId" clId="{F6E32471-381F-4562-B88D-616B1E1C420B}" dt="2023-06-04T23:38:10.313" v="3605" actId="20577"/>
          <ac:spMkLst>
            <pc:docMk/>
            <pc:sldMk cId="1219509894" sldId="262"/>
            <ac:spMk id="3" creationId="{0AB8A136-8C44-0FFC-918D-366AD7BFCA12}"/>
          </ac:spMkLst>
        </pc:spChg>
        <pc:graphicFrameChg chg="add mod modGraphic">
          <ac:chgData name="Alessandro Puglisi" userId="858cc4a1209dfa0b" providerId="LiveId" clId="{F6E32471-381F-4562-B88D-616B1E1C420B}" dt="2023-06-04T23:52:09.742" v="4058" actId="5793"/>
          <ac:graphicFrameMkLst>
            <pc:docMk/>
            <pc:sldMk cId="1219509894" sldId="262"/>
            <ac:graphicFrameMk id="5" creationId="{D4C3A03F-58D1-AF43-0545-D0363CF48148}"/>
          </ac:graphicFrameMkLst>
        </pc:graphicFrameChg>
        <pc:picChg chg="add mod">
          <ac:chgData name="Alessandro Puglisi" userId="858cc4a1209dfa0b" providerId="LiveId" clId="{F6E32471-381F-4562-B88D-616B1E1C420B}" dt="2023-06-04T23:21:42.727" v="3066" actId="14100"/>
          <ac:picMkLst>
            <pc:docMk/>
            <pc:sldMk cId="1219509894" sldId="262"/>
            <ac:picMk id="4" creationId="{62ABE33B-BF67-08DA-2387-B092F1870345}"/>
          </ac:picMkLst>
        </pc:picChg>
        <pc:cxnChg chg="add">
          <ac:chgData name="Alessandro Puglisi" userId="858cc4a1209dfa0b" providerId="LiveId" clId="{F6E32471-381F-4562-B88D-616B1E1C420B}" dt="2023-06-04T23:32:37.433" v="3396" actId="11529"/>
          <ac:cxnSpMkLst>
            <pc:docMk/>
            <pc:sldMk cId="1219509894" sldId="262"/>
            <ac:cxnSpMk id="7" creationId="{7CC232DD-7426-052A-7452-9C4D2334EA5E}"/>
          </ac:cxnSpMkLst>
        </pc:cxnChg>
      </pc:sldChg>
      <pc:sldChg chg="addSp delSp modSp new mod">
        <pc:chgData name="Alessandro Puglisi" userId="858cc4a1209dfa0b" providerId="LiveId" clId="{F6E32471-381F-4562-B88D-616B1E1C420B}" dt="2023-06-04T23:58:26.700" v="4278" actId="20577"/>
        <pc:sldMkLst>
          <pc:docMk/>
          <pc:sldMk cId="3616350804" sldId="263"/>
        </pc:sldMkLst>
        <pc:spChg chg="del">
          <ac:chgData name="Alessandro Puglisi" userId="858cc4a1209dfa0b" providerId="LiveId" clId="{F6E32471-381F-4562-B88D-616B1E1C420B}" dt="2023-06-04T23:32:55.871" v="3398" actId="478"/>
          <ac:spMkLst>
            <pc:docMk/>
            <pc:sldMk cId="3616350804" sldId="263"/>
            <ac:spMk id="2" creationId="{0B3A7C5C-7C27-A1D1-6B49-950C64A0B10E}"/>
          </ac:spMkLst>
        </pc:spChg>
        <pc:spChg chg="mod">
          <ac:chgData name="Alessandro Puglisi" userId="858cc4a1209dfa0b" providerId="LiveId" clId="{F6E32471-381F-4562-B88D-616B1E1C420B}" dt="2023-06-04T23:58:26.700" v="4278" actId="20577"/>
          <ac:spMkLst>
            <pc:docMk/>
            <pc:sldMk cId="3616350804" sldId="263"/>
            <ac:spMk id="3" creationId="{869F1879-F23F-3EF0-76B8-0F9A787266E9}"/>
          </ac:spMkLst>
        </pc:spChg>
        <pc:graphicFrameChg chg="add mod modGraphic">
          <ac:chgData name="Alessandro Puglisi" userId="858cc4a1209dfa0b" providerId="LiveId" clId="{F6E32471-381F-4562-B88D-616B1E1C420B}" dt="2023-06-04T23:51:30.319" v="4046" actId="14734"/>
          <ac:graphicFrameMkLst>
            <pc:docMk/>
            <pc:sldMk cId="3616350804" sldId="263"/>
            <ac:graphicFrameMk id="9" creationId="{C8E4C4C2-27A6-EA2B-475A-F752F0DDF4E7}"/>
          </ac:graphicFrameMkLst>
        </pc:graphicFrameChg>
        <pc:picChg chg="add del mod">
          <ac:chgData name="Alessandro Puglisi" userId="858cc4a1209dfa0b" providerId="LiveId" clId="{F6E32471-381F-4562-B88D-616B1E1C420B}" dt="2023-06-04T23:33:27.401" v="3420"/>
          <ac:picMkLst>
            <pc:docMk/>
            <pc:sldMk cId="3616350804" sldId="263"/>
            <ac:picMk id="4" creationId="{38FABBEA-79AA-2129-2B0F-D8BE4E9757A9}"/>
          </ac:picMkLst>
        </pc:picChg>
        <pc:picChg chg="add mod">
          <ac:chgData name="Alessandro Puglisi" userId="858cc4a1209dfa0b" providerId="LiveId" clId="{F6E32471-381F-4562-B88D-616B1E1C420B}" dt="2023-06-04T23:44:21.984" v="3818" actId="1076"/>
          <ac:picMkLst>
            <pc:docMk/>
            <pc:sldMk cId="3616350804" sldId="263"/>
            <ac:picMk id="5" creationId="{02926F6E-3793-3564-27EF-A22B3222E33A}"/>
          </ac:picMkLst>
        </pc:picChg>
        <pc:picChg chg="add del mod">
          <ac:chgData name="Alessandro Puglisi" userId="858cc4a1209dfa0b" providerId="LiveId" clId="{F6E32471-381F-4562-B88D-616B1E1C420B}" dt="2023-06-04T23:42:14.563" v="3734" actId="478"/>
          <ac:picMkLst>
            <pc:docMk/>
            <pc:sldMk cId="3616350804" sldId="263"/>
            <ac:picMk id="6" creationId="{7A489279-0DA4-3780-7D54-BFC7A68B571A}"/>
          </ac:picMkLst>
        </pc:picChg>
        <pc:picChg chg="add mod">
          <ac:chgData name="Alessandro Puglisi" userId="858cc4a1209dfa0b" providerId="LiveId" clId="{F6E32471-381F-4562-B88D-616B1E1C420B}" dt="2023-06-04T23:53:09.478" v="4112" actId="1076"/>
          <ac:picMkLst>
            <pc:docMk/>
            <pc:sldMk cId="3616350804" sldId="263"/>
            <ac:picMk id="8" creationId="{D6EE4908-4C4C-B6A7-D6D9-6BC354B1FA35}"/>
          </ac:picMkLst>
        </pc:picChg>
      </pc:sldChg>
      <pc:sldChg chg="addSp delSp modSp new mod">
        <pc:chgData name="Alessandro Puglisi" userId="858cc4a1209dfa0b" providerId="LiveId" clId="{F6E32471-381F-4562-B88D-616B1E1C420B}" dt="2023-06-05T01:13:49.901" v="6159" actId="1076"/>
        <pc:sldMkLst>
          <pc:docMk/>
          <pc:sldMk cId="1376624674" sldId="264"/>
        </pc:sldMkLst>
        <pc:spChg chg="del">
          <ac:chgData name="Alessandro Puglisi" userId="858cc4a1209dfa0b" providerId="LiveId" clId="{F6E32471-381F-4562-B88D-616B1E1C420B}" dt="2023-06-04T23:57:12.247" v="4114" actId="478"/>
          <ac:spMkLst>
            <pc:docMk/>
            <pc:sldMk cId="1376624674" sldId="264"/>
            <ac:spMk id="2" creationId="{4D0C6E39-56AD-65B7-774B-FC41F8399EA8}"/>
          </ac:spMkLst>
        </pc:spChg>
        <pc:spChg chg="del mod">
          <ac:chgData name="Alessandro Puglisi" userId="858cc4a1209dfa0b" providerId="LiveId" clId="{F6E32471-381F-4562-B88D-616B1E1C420B}" dt="2023-06-04T23:58:51.880" v="4280" actId="931"/>
          <ac:spMkLst>
            <pc:docMk/>
            <pc:sldMk cId="1376624674" sldId="264"/>
            <ac:spMk id="3" creationId="{E25847B7-18C5-7095-4286-B8E768ECC0FF}"/>
          </ac:spMkLst>
        </pc:spChg>
        <pc:spChg chg="add mod">
          <ac:chgData name="Alessandro Puglisi" userId="858cc4a1209dfa0b" providerId="LiveId" clId="{F6E32471-381F-4562-B88D-616B1E1C420B}" dt="2023-06-05T00:05:24.838" v="4399" actId="1076"/>
          <ac:spMkLst>
            <pc:docMk/>
            <pc:sldMk cId="1376624674" sldId="264"/>
            <ac:spMk id="12" creationId="{1F761FA9-619A-D678-5FF8-3576F4A0329D}"/>
          </ac:spMkLst>
        </pc:spChg>
        <pc:spChg chg="add mod">
          <ac:chgData name="Alessandro Puglisi" userId="858cc4a1209dfa0b" providerId="LiveId" clId="{F6E32471-381F-4562-B88D-616B1E1C420B}" dt="2023-06-05T01:13:02.473" v="6154" actId="1076"/>
          <ac:spMkLst>
            <pc:docMk/>
            <pc:sldMk cId="1376624674" sldId="264"/>
            <ac:spMk id="13" creationId="{A9C4F4AE-C599-486D-68A8-10BD4EE76706}"/>
          </ac:spMkLst>
        </pc:spChg>
        <pc:spChg chg="add mod">
          <ac:chgData name="Alessandro Puglisi" userId="858cc4a1209dfa0b" providerId="LiveId" clId="{F6E32471-381F-4562-B88D-616B1E1C420B}" dt="2023-06-05T01:13:33.693" v="6157" actId="1076"/>
          <ac:spMkLst>
            <pc:docMk/>
            <pc:sldMk cId="1376624674" sldId="264"/>
            <ac:spMk id="14" creationId="{4FB29D93-6AE1-5070-774E-F34B196A42F2}"/>
          </ac:spMkLst>
        </pc:spChg>
        <pc:spChg chg="add mod">
          <ac:chgData name="Alessandro Puglisi" userId="858cc4a1209dfa0b" providerId="LiveId" clId="{F6E32471-381F-4562-B88D-616B1E1C420B}" dt="2023-06-05T01:13:49.901" v="6159" actId="1076"/>
          <ac:spMkLst>
            <pc:docMk/>
            <pc:sldMk cId="1376624674" sldId="264"/>
            <ac:spMk id="15" creationId="{6C4E6B44-EC7D-5C0D-8A74-E8A42CBB21D6}"/>
          </ac:spMkLst>
        </pc:spChg>
        <pc:picChg chg="add mod">
          <ac:chgData name="Alessandro Puglisi" userId="858cc4a1209dfa0b" providerId="LiveId" clId="{F6E32471-381F-4562-B88D-616B1E1C420B}" dt="2023-06-05T00:03:23.065" v="4297" actId="1076"/>
          <ac:picMkLst>
            <pc:docMk/>
            <pc:sldMk cId="1376624674" sldId="264"/>
            <ac:picMk id="5" creationId="{11D0ADFC-4417-7FA6-76E8-FEB47BB19001}"/>
          </ac:picMkLst>
        </pc:picChg>
        <pc:picChg chg="add mod">
          <ac:chgData name="Alessandro Puglisi" userId="858cc4a1209dfa0b" providerId="LiveId" clId="{F6E32471-381F-4562-B88D-616B1E1C420B}" dt="2023-06-05T01:12:58.329" v="6153" actId="1076"/>
          <ac:picMkLst>
            <pc:docMk/>
            <pc:sldMk cId="1376624674" sldId="264"/>
            <ac:picMk id="7" creationId="{F4A782C4-D73C-778C-B9BF-D3E2B766B37C}"/>
          </ac:picMkLst>
        </pc:picChg>
        <pc:picChg chg="add mod">
          <ac:chgData name="Alessandro Puglisi" userId="858cc4a1209dfa0b" providerId="LiveId" clId="{F6E32471-381F-4562-B88D-616B1E1C420B}" dt="2023-06-05T00:03:44.987" v="4305" actId="14100"/>
          <ac:picMkLst>
            <pc:docMk/>
            <pc:sldMk cId="1376624674" sldId="264"/>
            <ac:picMk id="9" creationId="{B16AC592-18C1-8344-D953-908050ED154D}"/>
          </ac:picMkLst>
        </pc:picChg>
        <pc:picChg chg="add mod">
          <ac:chgData name="Alessandro Puglisi" userId="858cc4a1209dfa0b" providerId="LiveId" clId="{F6E32471-381F-4562-B88D-616B1E1C420B}" dt="2023-06-05T00:04:00.841" v="4314" actId="1076"/>
          <ac:picMkLst>
            <pc:docMk/>
            <pc:sldMk cId="1376624674" sldId="264"/>
            <ac:picMk id="11" creationId="{04D7897D-96E8-3BE0-B73E-580E66A03BB4}"/>
          </ac:picMkLst>
        </pc:picChg>
      </pc:sldChg>
      <pc:sldChg chg="addSp delSp modSp new mod">
        <pc:chgData name="Alessandro Puglisi" userId="858cc4a1209dfa0b" providerId="LiveId" clId="{F6E32471-381F-4562-B88D-616B1E1C420B}" dt="2023-06-07T20:34:30.298" v="6184" actId="255"/>
        <pc:sldMkLst>
          <pc:docMk/>
          <pc:sldMk cId="3058932600" sldId="265"/>
        </pc:sldMkLst>
        <pc:spChg chg="mod">
          <ac:chgData name="Alessandro Puglisi" userId="858cc4a1209dfa0b" providerId="LiveId" clId="{F6E32471-381F-4562-B88D-616B1E1C420B}" dt="2023-06-05T00:09:05.292" v="4449" actId="1076"/>
          <ac:spMkLst>
            <pc:docMk/>
            <pc:sldMk cId="3058932600" sldId="265"/>
            <ac:spMk id="2" creationId="{1E83D387-510E-F353-C4BF-9013A7B78DC8}"/>
          </ac:spMkLst>
        </pc:spChg>
        <pc:spChg chg="del mod">
          <ac:chgData name="Alessandro Puglisi" userId="858cc4a1209dfa0b" providerId="LiveId" clId="{F6E32471-381F-4562-B88D-616B1E1C420B}" dt="2023-06-05T00:07:34.246" v="4441"/>
          <ac:spMkLst>
            <pc:docMk/>
            <pc:sldMk cId="3058932600" sldId="265"/>
            <ac:spMk id="3" creationId="{EC716B71-EAD3-9B92-E139-709DDDD8A1C4}"/>
          </ac:spMkLst>
        </pc:spChg>
        <pc:spChg chg="add mod">
          <ac:chgData name="Alessandro Puglisi" userId="858cc4a1209dfa0b" providerId="LiveId" clId="{F6E32471-381F-4562-B88D-616B1E1C420B}" dt="2023-06-07T20:34:30.298" v="6184" actId="255"/>
          <ac:spMkLst>
            <pc:docMk/>
            <pc:sldMk cId="3058932600" sldId="265"/>
            <ac:spMk id="5" creationId="{91DA1E1A-6D03-F912-B285-928016502E28}"/>
          </ac:spMkLst>
        </pc:spChg>
        <pc:spChg chg="add mod">
          <ac:chgData name="Alessandro Puglisi" userId="858cc4a1209dfa0b" providerId="LiveId" clId="{F6E32471-381F-4562-B88D-616B1E1C420B}" dt="2023-06-05T00:32:30.815" v="4912" actId="20577"/>
          <ac:spMkLst>
            <pc:docMk/>
            <pc:sldMk cId="3058932600" sldId="265"/>
            <ac:spMk id="7" creationId="{C1ACD4FD-AFDE-C710-CC84-303FA0B4F255}"/>
          </ac:spMkLst>
        </pc:spChg>
        <pc:picChg chg="add mod">
          <ac:chgData name="Alessandro Puglisi" userId="858cc4a1209dfa0b" providerId="LiveId" clId="{F6E32471-381F-4562-B88D-616B1E1C420B}" dt="2023-06-05T00:09:17.085" v="4451" actId="1076"/>
          <ac:picMkLst>
            <pc:docMk/>
            <pc:sldMk cId="3058932600" sldId="265"/>
            <ac:picMk id="4" creationId="{81700FC1-ED85-7B73-1DD4-4A32F0C6C033}"/>
          </ac:picMkLst>
        </pc:picChg>
        <pc:picChg chg="add mod">
          <ac:chgData name="Alessandro Puglisi" userId="858cc4a1209dfa0b" providerId="LiveId" clId="{F6E32471-381F-4562-B88D-616B1E1C420B}" dt="2023-06-05T00:14:47.545" v="4707" actId="1076"/>
          <ac:picMkLst>
            <pc:docMk/>
            <pc:sldMk cId="3058932600" sldId="265"/>
            <ac:picMk id="6" creationId="{5E5C403B-7895-8548-2A67-77F51443109B}"/>
          </ac:picMkLst>
        </pc:picChg>
      </pc:sldChg>
      <pc:sldChg chg="addSp delSp modSp new mod">
        <pc:chgData name="Alessandro Puglisi" userId="858cc4a1209dfa0b" providerId="LiveId" clId="{F6E32471-381F-4562-B88D-616B1E1C420B}" dt="2023-06-05T01:11:54.939" v="6146" actId="207"/>
        <pc:sldMkLst>
          <pc:docMk/>
          <pc:sldMk cId="1352997059" sldId="266"/>
        </pc:sldMkLst>
        <pc:spChg chg="del">
          <ac:chgData name="Alessandro Puglisi" userId="858cc4a1209dfa0b" providerId="LiveId" clId="{F6E32471-381F-4562-B88D-616B1E1C420B}" dt="2023-06-05T00:23:31.447" v="4781" actId="478"/>
          <ac:spMkLst>
            <pc:docMk/>
            <pc:sldMk cId="1352997059" sldId="266"/>
            <ac:spMk id="2" creationId="{21DBC0E8-9800-B785-E596-C98CB28D68DF}"/>
          </ac:spMkLst>
        </pc:spChg>
        <pc:spChg chg="del mod">
          <ac:chgData name="Alessandro Puglisi" userId="858cc4a1209dfa0b" providerId="LiveId" clId="{F6E32471-381F-4562-B88D-616B1E1C420B}" dt="2023-06-05T00:23:43.620" v="4783" actId="931"/>
          <ac:spMkLst>
            <pc:docMk/>
            <pc:sldMk cId="1352997059" sldId="266"/>
            <ac:spMk id="3" creationId="{DDC2FC88-C4E1-2022-AE40-4DEFE434D38C}"/>
          </ac:spMkLst>
        </pc:spChg>
        <pc:spChg chg="add mod">
          <ac:chgData name="Alessandro Puglisi" userId="858cc4a1209dfa0b" providerId="LiveId" clId="{F6E32471-381F-4562-B88D-616B1E1C420B}" dt="2023-06-05T01:11:34.816" v="6143" actId="207"/>
          <ac:spMkLst>
            <pc:docMk/>
            <pc:sldMk cId="1352997059" sldId="266"/>
            <ac:spMk id="14" creationId="{F2F813FA-5E9C-F000-F5FD-634162A0698B}"/>
          </ac:spMkLst>
        </pc:spChg>
        <pc:spChg chg="add mod">
          <ac:chgData name="Alessandro Puglisi" userId="858cc4a1209dfa0b" providerId="LiveId" clId="{F6E32471-381F-4562-B88D-616B1E1C420B}" dt="2023-06-05T01:11:54.939" v="6146" actId="207"/>
          <ac:spMkLst>
            <pc:docMk/>
            <pc:sldMk cId="1352997059" sldId="266"/>
            <ac:spMk id="15" creationId="{E755896F-1F45-B764-0FC4-79CBE473436C}"/>
          </ac:spMkLst>
        </pc:spChg>
        <pc:spChg chg="add mod">
          <ac:chgData name="Alessandro Puglisi" userId="858cc4a1209dfa0b" providerId="LiveId" clId="{F6E32471-381F-4562-B88D-616B1E1C420B}" dt="2023-06-05T01:10:53.144" v="6138" actId="207"/>
          <ac:spMkLst>
            <pc:docMk/>
            <pc:sldMk cId="1352997059" sldId="266"/>
            <ac:spMk id="16" creationId="{22E3101E-927E-EE05-9CBF-568FEB2C1670}"/>
          </ac:spMkLst>
        </pc:spChg>
        <pc:picChg chg="add mod">
          <ac:chgData name="Alessandro Puglisi" userId="858cc4a1209dfa0b" providerId="LiveId" clId="{F6E32471-381F-4562-B88D-616B1E1C420B}" dt="2023-06-05T00:23:50.877" v="4787" actId="1076"/>
          <ac:picMkLst>
            <pc:docMk/>
            <pc:sldMk cId="1352997059" sldId="266"/>
            <ac:picMk id="5" creationId="{7E821950-E9BE-AA0D-B259-9305087A3304}"/>
          </ac:picMkLst>
        </pc:picChg>
        <pc:picChg chg="add mod">
          <ac:chgData name="Alessandro Puglisi" userId="858cc4a1209dfa0b" providerId="LiveId" clId="{F6E32471-381F-4562-B88D-616B1E1C420B}" dt="2023-06-05T00:29:11.810" v="4843" actId="1076"/>
          <ac:picMkLst>
            <pc:docMk/>
            <pc:sldMk cId="1352997059" sldId="266"/>
            <ac:picMk id="7" creationId="{F602E677-F13D-13FC-D842-6B99FF04FE4D}"/>
          </ac:picMkLst>
        </pc:picChg>
        <pc:picChg chg="add mod">
          <ac:chgData name="Alessandro Puglisi" userId="858cc4a1209dfa0b" providerId="LiveId" clId="{F6E32471-381F-4562-B88D-616B1E1C420B}" dt="2023-06-05T01:08:36.021" v="6032" actId="1076"/>
          <ac:picMkLst>
            <pc:docMk/>
            <pc:sldMk cId="1352997059" sldId="266"/>
            <ac:picMk id="9" creationId="{781194D4-056A-FED7-3682-FDEE2DB452A1}"/>
          </ac:picMkLst>
        </pc:picChg>
        <pc:picChg chg="add del mod">
          <ac:chgData name="Alessandro Puglisi" userId="858cc4a1209dfa0b" providerId="LiveId" clId="{F6E32471-381F-4562-B88D-616B1E1C420B}" dt="2023-06-05T00:27:21.418" v="4809" actId="478"/>
          <ac:picMkLst>
            <pc:docMk/>
            <pc:sldMk cId="1352997059" sldId="266"/>
            <ac:picMk id="11" creationId="{2C0EE106-9876-63FF-6F5B-A21C4FBD68B8}"/>
          </ac:picMkLst>
        </pc:picChg>
        <pc:picChg chg="add mod">
          <ac:chgData name="Alessandro Puglisi" userId="858cc4a1209dfa0b" providerId="LiveId" clId="{F6E32471-381F-4562-B88D-616B1E1C420B}" dt="2023-06-05T01:08:33.401" v="6031" actId="1076"/>
          <ac:picMkLst>
            <pc:docMk/>
            <pc:sldMk cId="1352997059" sldId="266"/>
            <ac:picMk id="13" creationId="{7D0F7DDF-6777-7A39-FCA0-E47E21DC0449}"/>
          </ac:picMkLst>
        </pc:picChg>
      </pc:sldChg>
      <pc:sldChg chg="addSp modSp new mod">
        <pc:chgData name="Alessandro Puglisi" userId="858cc4a1209dfa0b" providerId="LiveId" clId="{F6E32471-381F-4562-B88D-616B1E1C420B}" dt="2023-06-05T01:14:49.729" v="6160" actId="790"/>
        <pc:sldMkLst>
          <pc:docMk/>
          <pc:sldMk cId="1257816287" sldId="267"/>
        </pc:sldMkLst>
        <pc:spChg chg="mod">
          <ac:chgData name="Alessandro Puglisi" userId="858cc4a1209dfa0b" providerId="LiveId" clId="{F6E32471-381F-4562-B88D-616B1E1C420B}" dt="2023-06-05T00:34:40.804" v="4936" actId="1076"/>
          <ac:spMkLst>
            <pc:docMk/>
            <pc:sldMk cId="1257816287" sldId="267"/>
            <ac:spMk id="2" creationId="{E387E658-972C-3878-9152-963908EC7CC3}"/>
          </ac:spMkLst>
        </pc:spChg>
        <pc:spChg chg="mod">
          <ac:chgData name="Alessandro Puglisi" userId="858cc4a1209dfa0b" providerId="LiveId" clId="{F6E32471-381F-4562-B88D-616B1E1C420B}" dt="2023-06-05T00:35:48.402" v="4987"/>
          <ac:spMkLst>
            <pc:docMk/>
            <pc:sldMk cId="1257816287" sldId="267"/>
            <ac:spMk id="3" creationId="{A1EEC79E-E0DC-2E46-2E81-06D13FB33FAF}"/>
          </ac:spMkLst>
        </pc:spChg>
        <pc:spChg chg="add mod">
          <ac:chgData name="Alessandro Puglisi" userId="858cc4a1209dfa0b" providerId="LiveId" clId="{F6E32471-381F-4562-B88D-616B1E1C420B}" dt="2023-06-05T00:38:25.966" v="5033" actId="1076"/>
          <ac:spMkLst>
            <pc:docMk/>
            <pc:sldMk cId="1257816287" sldId="267"/>
            <ac:spMk id="7" creationId="{281893B7-1984-E4EA-415A-9B694CBFC17D}"/>
          </ac:spMkLst>
        </pc:spChg>
        <pc:spChg chg="add mod">
          <ac:chgData name="Alessandro Puglisi" userId="858cc4a1209dfa0b" providerId="LiveId" clId="{F6E32471-381F-4562-B88D-616B1E1C420B}" dt="2023-06-05T01:14:49.729" v="6160" actId="790"/>
          <ac:spMkLst>
            <pc:docMk/>
            <pc:sldMk cId="1257816287" sldId="267"/>
            <ac:spMk id="8" creationId="{3D24D967-5C46-8F2F-730A-BD516FF8B7FD}"/>
          </ac:spMkLst>
        </pc:spChg>
        <pc:graphicFrameChg chg="add mod modGraphic">
          <ac:chgData name="Alessandro Puglisi" userId="858cc4a1209dfa0b" providerId="LiveId" clId="{F6E32471-381F-4562-B88D-616B1E1C420B}" dt="2023-06-05T00:36:40.548" v="5021" actId="20577"/>
          <ac:graphicFrameMkLst>
            <pc:docMk/>
            <pc:sldMk cId="1257816287" sldId="267"/>
            <ac:graphicFrameMk id="4" creationId="{CFFA83B1-99E3-84AA-2020-8C1250959217}"/>
          </ac:graphicFrameMkLst>
        </pc:graphicFrameChg>
        <pc:picChg chg="add mod">
          <ac:chgData name="Alessandro Puglisi" userId="858cc4a1209dfa0b" providerId="LiveId" clId="{F6E32471-381F-4562-B88D-616B1E1C420B}" dt="2023-06-05T00:37:48.121" v="5027" actId="1076"/>
          <ac:picMkLst>
            <pc:docMk/>
            <pc:sldMk cId="1257816287" sldId="267"/>
            <ac:picMk id="6" creationId="{47679D9C-D43B-A52B-0333-FBF605CF75BD}"/>
          </ac:picMkLst>
        </pc:picChg>
      </pc:sldChg>
      <pc:sldChg chg="addSp delSp modSp new mod">
        <pc:chgData name="Alessandro Puglisi" userId="858cc4a1209dfa0b" providerId="LiveId" clId="{F6E32471-381F-4562-B88D-616B1E1C420B}" dt="2023-06-05T00:48:03.988" v="5434" actId="20577"/>
        <pc:sldMkLst>
          <pc:docMk/>
          <pc:sldMk cId="2715337326" sldId="268"/>
        </pc:sldMkLst>
        <pc:spChg chg="del">
          <ac:chgData name="Alessandro Puglisi" userId="858cc4a1209dfa0b" providerId="LiveId" clId="{F6E32471-381F-4562-B88D-616B1E1C420B}" dt="2023-06-05T00:39:09.326" v="5035" actId="478"/>
          <ac:spMkLst>
            <pc:docMk/>
            <pc:sldMk cId="2715337326" sldId="268"/>
            <ac:spMk id="2" creationId="{C6836F62-9951-7102-D998-9637651ED3B1}"/>
          </ac:spMkLst>
        </pc:spChg>
        <pc:spChg chg="mod">
          <ac:chgData name="Alessandro Puglisi" userId="858cc4a1209dfa0b" providerId="LiveId" clId="{F6E32471-381F-4562-B88D-616B1E1C420B}" dt="2023-06-05T00:48:03.988" v="5434" actId="20577"/>
          <ac:spMkLst>
            <pc:docMk/>
            <pc:sldMk cId="2715337326" sldId="268"/>
            <ac:spMk id="3" creationId="{1B56452F-5D3C-7097-5D28-32F585727EAE}"/>
          </ac:spMkLst>
        </pc:spChg>
        <pc:picChg chg="add mod">
          <ac:chgData name="Alessandro Puglisi" userId="858cc4a1209dfa0b" providerId="LiveId" clId="{F6E32471-381F-4562-B88D-616B1E1C420B}" dt="2023-06-05T00:47:46.229" v="5413" actId="1076"/>
          <ac:picMkLst>
            <pc:docMk/>
            <pc:sldMk cId="2715337326" sldId="268"/>
            <ac:picMk id="5" creationId="{9453D4C5-4736-D4FF-9621-A7DEA5506FF3}"/>
          </ac:picMkLst>
        </pc:picChg>
      </pc:sldChg>
      <pc:sldChg chg="addSp delSp modSp new mod">
        <pc:chgData name="Alessandro Puglisi" userId="858cc4a1209dfa0b" providerId="LiveId" clId="{F6E32471-381F-4562-B88D-616B1E1C420B}" dt="2023-06-05T01:01:24.461" v="5964" actId="1076"/>
        <pc:sldMkLst>
          <pc:docMk/>
          <pc:sldMk cId="1634671848" sldId="269"/>
        </pc:sldMkLst>
        <pc:spChg chg="del">
          <ac:chgData name="Alessandro Puglisi" userId="858cc4a1209dfa0b" providerId="LiveId" clId="{F6E32471-381F-4562-B88D-616B1E1C420B}" dt="2023-06-05T00:48:49.007" v="5436" actId="478"/>
          <ac:spMkLst>
            <pc:docMk/>
            <pc:sldMk cId="1634671848" sldId="269"/>
            <ac:spMk id="2" creationId="{753FA7EA-E94A-B158-E9AC-A0537D11B50A}"/>
          </ac:spMkLst>
        </pc:spChg>
        <pc:spChg chg="del mod">
          <ac:chgData name="Alessandro Puglisi" userId="858cc4a1209dfa0b" providerId="LiveId" clId="{F6E32471-381F-4562-B88D-616B1E1C420B}" dt="2023-06-05T00:49:01.476" v="5438" actId="22"/>
          <ac:spMkLst>
            <pc:docMk/>
            <pc:sldMk cId="1634671848" sldId="269"/>
            <ac:spMk id="3" creationId="{1A938BA0-0D2D-40BD-9888-22CD46611F04}"/>
          </ac:spMkLst>
        </pc:spChg>
        <pc:spChg chg="add del mod">
          <ac:chgData name="Alessandro Puglisi" userId="858cc4a1209dfa0b" providerId="LiveId" clId="{F6E32471-381F-4562-B88D-616B1E1C420B}" dt="2023-06-05T00:49:26.714" v="5442" actId="3680"/>
          <ac:spMkLst>
            <pc:docMk/>
            <pc:sldMk cId="1634671848" sldId="269"/>
            <ac:spMk id="7" creationId="{D12D8BC1-79D4-2FCD-8CAD-3C07057159EA}"/>
          </ac:spMkLst>
        </pc:spChg>
        <pc:spChg chg="add del mod">
          <ac:chgData name="Alessandro Puglisi" userId="858cc4a1209dfa0b" providerId="LiveId" clId="{F6E32471-381F-4562-B88D-616B1E1C420B}" dt="2023-06-05T00:50:33.372" v="5450"/>
          <ac:spMkLst>
            <pc:docMk/>
            <pc:sldMk cId="1634671848" sldId="269"/>
            <ac:spMk id="11" creationId="{B05EF5BC-171A-74CB-7430-08D49F7D9C88}"/>
          </ac:spMkLst>
        </pc:spChg>
        <pc:spChg chg="add del mod">
          <ac:chgData name="Alessandro Puglisi" userId="858cc4a1209dfa0b" providerId="LiveId" clId="{F6E32471-381F-4562-B88D-616B1E1C420B}" dt="2023-06-05T00:51:35.714" v="5453" actId="3680"/>
          <ac:spMkLst>
            <pc:docMk/>
            <pc:sldMk cId="1634671848" sldId="269"/>
            <ac:spMk id="14" creationId="{6A9DC348-C85B-3174-71E6-8AFC48575C83}"/>
          </ac:spMkLst>
        </pc:spChg>
        <pc:spChg chg="add mod">
          <ac:chgData name="Alessandro Puglisi" userId="858cc4a1209dfa0b" providerId="LiveId" clId="{F6E32471-381F-4562-B88D-616B1E1C420B}" dt="2023-06-05T00:58:00.262" v="5761" actId="255"/>
          <ac:spMkLst>
            <pc:docMk/>
            <pc:sldMk cId="1634671848" sldId="269"/>
            <ac:spMk id="16" creationId="{BD8E841F-96F7-F3C2-0175-67947E2DB758}"/>
          </ac:spMkLst>
        </pc:spChg>
        <pc:spChg chg="add mod">
          <ac:chgData name="Alessandro Puglisi" userId="858cc4a1209dfa0b" providerId="LiveId" clId="{F6E32471-381F-4562-B88D-616B1E1C420B}" dt="2023-06-05T01:01:24.461" v="5964" actId="1076"/>
          <ac:spMkLst>
            <pc:docMk/>
            <pc:sldMk cId="1634671848" sldId="269"/>
            <ac:spMk id="19" creationId="{9D7642D3-8D27-1DD1-9F25-89E54FE9C69B}"/>
          </ac:spMkLst>
        </pc:spChg>
        <pc:graphicFrameChg chg="add del mod">
          <ac:chgData name="Alessandro Puglisi" userId="858cc4a1209dfa0b" providerId="LiveId" clId="{F6E32471-381F-4562-B88D-616B1E1C420B}" dt="2023-06-05T00:51:01.133" v="5452" actId="478"/>
          <ac:graphicFrameMkLst>
            <pc:docMk/>
            <pc:sldMk cId="1634671848" sldId="269"/>
            <ac:graphicFrameMk id="8" creationId="{56CAD4E7-2372-A3F9-9C3F-F1335B56ECB0}"/>
          </ac:graphicFrameMkLst>
        </pc:graphicFrameChg>
        <pc:graphicFrameChg chg="add del mod ord modGraphic">
          <ac:chgData name="Alessandro Puglisi" userId="858cc4a1209dfa0b" providerId="LiveId" clId="{F6E32471-381F-4562-B88D-616B1E1C420B}" dt="2023-06-05T00:49:28.208" v="5443" actId="478"/>
          <ac:graphicFrameMkLst>
            <pc:docMk/>
            <pc:sldMk cId="1634671848" sldId="269"/>
            <ac:graphicFrameMk id="9" creationId="{EEAF4E46-C772-3E9C-1982-D1BB19D0193B}"/>
          </ac:graphicFrameMkLst>
        </pc:graphicFrameChg>
        <pc:graphicFrameChg chg="add del mod">
          <ac:chgData name="Alessandro Puglisi" userId="858cc4a1209dfa0b" providerId="LiveId" clId="{F6E32471-381F-4562-B88D-616B1E1C420B}" dt="2023-06-05T00:50:38.101" v="5451" actId="478"/>
          <ac:graphicFrameMkLst>
            <pc:docMk/>
            <pc:sldMk cId="1634671848" sldId="269"/>
            <ac:graphicFrameMk id="12" creationId="{DE41FC26-A486-2D63-5B46-E6173A14BF8C}"/>
          </ac:graphicFrameMkLst>
        </pc:graphicFrameChg>
        <pc:graphicFrameChg chg="add mod ord modGraphic">
          <ac:chgData name="Alessandro Puglisi" userId="858cc4a1209dfa0b" providerId="LiveId" clId="{F6E32471-381F-4562-B88D-616B1E1C420B}" dt="2023-06-05T00:57:29.512" v="5716" actId="1076"/>
          <ac:graphicFrameMkLst>
            <pc:docMk/>
            <pc:sldMk cId="1634671848" sldId="269"/>
            <ac:graphicFrameMk id="15" creationId="{4821E93C-6DD7-FB28-C4E4-3522068880E1}"/>
          </ac:graphicFrameMkLst>
        </pc:graphicFrameChg>
        <pc:picChg chg="add del mod ord">
          <ac:chgData name="Alessandro Puglisi" userId="858cc4a1209dfa0b" providerId="LiveId" clId="{F6E32471-381F-4562-B88D-616B1E1C420B}" dt="2023-06-05T00:49:11.246" v="5440" actId="478"/>
          <ac:picMkLst>
            <pc:docMk/>
            <pc:sldMk cId="1634671848" sldId="269"/>
            <ac:picMk id="5" creationId="{43FC695C-9EB4-45FD-8EDF-9CC047E58D2A}"/>
          </ac:picMkLst>
        </pc:picChg>
        <pc:picChg chg="add mod">
          <ac:chgData name="Alessandro Puglisi" userId="858cc4a1209dfa0b" providerId="LiveId" clId="{F6E32471-381F-4562-B88D-616B1E1C420B}" dt="2023-06-05T00:59:30.093" v="5765" actId="1076"/>
          <ac:picMkLst>
            <pc:docMk/>
            <pc:sldMk cId="1634671848" sldId="269"/>
            <ac:picMk id="18" creationId="{B8840514-949D-7CDF-43D9-50062BD926CC}"/>
          </ac:picMkLst>
        </pc:picChg>
      </pc:sldChg>
      <pc:sldChg chg="addSp delSp modSp new mod">
        <pc:chgData name="Alessandro Puglisi" userId="858cc4a1209dfa0b" providerId="LiveId" clId="{F6E32471-381F-4562-B88D-616B1E1C420B}" dt="2023-06-05T01:13:10.678" v="6155" actId="1076"/>
        <pc:sldMkLst>
          <pc:docMk/>
          <pc:sldMk cId="2604144910" sldId="270"/>
        </pc:sldMkLst>
        <pc:spChg chg="del">
          <ac:chgData name="Alessandro Puglisi" userId="858cc4a1209dfa0b" providerId="LiveId" clId="{F6E32471-381F-4562-B88D-616B1E1C420B}" dt="2023-06-05T01:04:13.632" v="5966" actId="478"/>
          <ac:spMkLst>
            <pc:docMk/>
            <pc:sldMk cId="2604144910" sldId="270"/>
            <ac:spMk id="2" creationId="{7610E978-AB90-E204-32F5-A15938AEA46E}"/>
          </ac:spMkLst>
        </pc:spChg>
        <pc:spChg chg="del">
          <ac:chgData name="Alessandro Puglisi" userId="858cc4a1209dfa0b" providerId="LiveId" clId="{F6E32471-381F-4562-B88D-616B1E1C420B}" dt="2023-06-05T01:04:15.290" v="5967" actId="478"/>
          <ac:spMkLst>
            <pc:docMk/>
            <pc:sldMk cId="2604144910" sldId="270"/>
            <ac:spMk id="3" creationId="{1186D4B6-65B0-0446-2B13-8AFBE04FB9F7}"/>
          </ac:spMkLst>
        </pc:spChg>
        <pc:spChg chg="add mod">
          <ac:chgData name="Alessandro Puglisi" userId="858cc4a1209dfa0b" providerId="LiveId" clId="{F6E32471-381F-4562-B88D-616B1E1C420B}" dt="2023-06-05T01:11:19.297" v="6141" actId="207"/>
          <ac:spMkLst>
            <pc:docMk/>
            <pc:sldMk cId="2604144910" sldId="270"/>
            <ac:spMk id="10" creationId="{37CE1E20-C157-D4BA-6E1E-E295F795B68F}"/>
          </ac:spMkLst>
        </pc:spChg>
        <pc:spChg chg="add mod">
          <ac:chgData name="Alessandro Puglisi" userId="858cc4a1209dfa0b" providerId="LiveId" clId="{F6E32471-381F-4562-B88D-616B1E1C420B}" dt="2023-06-05T01:12:25.261" v="6148" actId="1076"/>
          <ac:spMkLst>
            <pc:docMk/>
            <pc:sldMk cId="2604144910" sldId="270"/>
            <ac:spMk id="11" creationId="{31E4583A-A0C7-21A2-F79C-1F982D65FEBE}"/>
          </ac:spMkLst>
        </pc:spChg>
        <pc:spChg chg="add mod">
          <ac:chgData name="Alessandro Puglisi" userId="858cc4a1209dfa0b" providerId="LiveId" clId="{F6E32471-381F-4562-B88D-616B1E1C420B}" dt="2023-06-05T01:12:40.175" v="6150" actId="1076"/>
          <ac:spMkLst>
            <pc:docMk/>
            <pc:sldMk cId="2604144910" sldId="270"/>
            <ac:spMk id="12" creationId="{11319F88-E45A-6F4D-1554-7F9CC8D3144E}"/>
          </ac:spMkLst>
        </pc:spChg>
        <pc:picChg chg="add mod">
          <ac:chgData name="Alessandro Puglisi" userId="858cc4a1209dfa0b" providerId="LiveId" clId="{F6E32471-381F-4562-B88D-616B1E1C420B}" dt="2023-06-05T01:08:11.406" v="6030" actId="1076"/>
          <ac:picMkLst>
            <pc:docMk/>
            <pc:sldMk cId="2604144910" sldId="270"/>
            <ac:picMk id="5" creationId="{A401EAB7-42C8-6AA1-9890-B93F368FCDA9}"/>
          </ac:picMkLst>
        </pc:picChg>
        <pc:picChg chg="add del mod modCrop">
          <ac:chgData name="Alessandro Puglisi" userId="858cc4a1209dfa0b" providerId="LiveId" clId="{F6E32471-381F-4562-B88D-616B1E1C420B}" dt="2023-06-05T01:13:10.678" v="6155" actId="1076"/>
          <ac:picMkLst>
            <pc:docMk/>
            <pc:sldMk cId="2604144910" sldId="270"/>
            <ac:picMk id="7" creationId="{5132E44C-80D1-7C3B-B922-381778C16DCF}"/>
          </ac:picMkLst>
        </pc:picChg>
        <pc:picChg chg="add mod">
          <ac:chgData name="Alessandro Puglisi" userId="858cc4a1209dfa0b" providerId="LiveId" clId="{F6E32471-381F-4562-B88D-616B1E1C420B}" dt="2023-06-05T01:08:09.313" v="6029" actId="1076"/>
          <ac:picMkLst>
            <pc:docMk/>
            <pc:sldMk cId="2604144910" sldId="270"/>
            <ac:picMk id="9" creationId="{20DB1331-BBC3-7DE7-8905-F4B40B37901F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B84A324-96BC-D0C1-6CE4-0E4952BCF7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F61B12DC-8DEF-3708-F510-95D06226AA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5B459426-25E1-3ABA-9FCB-F3B109F904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C2EDE-7D11-4EE7-B3CC-A9796C693F35}" type="datetimeFigureOut">
              <a:rPr lang="it-IT" smtClean="0"/>
              <a:t>07/06/2023</a:t>
            </a:fld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A4453A6-FF1A-4908-A53C-D0943C8D5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0C764B8-407C-75EA-D9DF-46BDFD2560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637A3-A47D-4082-ACC9-B85711DB0CDE}" type="slidenum">
              <a:rPr lang="it-IT" smtClean="0"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8328655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0FC251B-0FFF-9D80-CF09-91CD6E2345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5804BE3-6BC1-C29E-6351-66914F5474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CD5B9D6-4F3C-7796-5622-1C4C83F4C5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C2EDE-7D11-4EE7-B3CC-A9796C693F35}" type="datetimeFigureOut">
              <a:rPr lang="it-IT" smtClean="0"/>
              <a:t>07/06/2023</a:t>
            </a:fld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D0466208-66C8-1353-9C0A-37FF4F44AA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7A89DD13-5FC3-DB51-7DC9-A67057F779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637A3-A47D-4082-ACC9-B85711DB0CDE}" type="slidenum">
              <a:rPr lang="it-IT" smtClean="0"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2341501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A3FE751-39E7-DFBA-A1B8-6E24B2E064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63C3199D-3EE9-DE32-BA2A-6BA45B52FB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E59D0AB-288F-E079-9F2A-24EF521EA9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C2EDE-7D11-4EE7-B3CC-A9796C693F35}" type="datetimeFigureOut">
              <a:rPr lang="it-IT" smtClean="0"/>
              <a:t>07/06/2023</a:t>
            </a:fld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067F75BE-E3E4-59F7-3595-72BAD26BAE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B1AA3EA-5A80-28B3-807B-D45C1FA756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637A3-A47D-4082-ACC9-B85711DB0CDE}" type="slidenum">
              <a:rPr lang="it-IT" smtClean="0"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7513625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ED2098F-B43A-F755-2354-2989568F9B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2C6AA56-2325-242A-1BA8-42343CC622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A0DB53AC-ABA8-8B21-3D8F-54DC5EEC7C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4A19B6C6-FA1A-EB13-5762-ADA5189BBB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C2EDE-7D11-4EE7-B3CC-A9796C693F35}" type="datetimeFigureOut">
              <a:rPr lang="it-IT" smtClean="0"/>
              <a:t>07/06/2023</a:t>
            </a:fld>
            <a:endParaRPr lang="it-IT" dirty="0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9346A8D2-4861-3630-EDF3-F8AE9C4465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BF3B035E-2C95-A647-6318-78FC3F993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637A3-A47D-4082-ACC9-B85711DB0CDE}" type="slidenum">
              <a:rPr lang="it-IT" smtClean="0"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139086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7DF0D76-1B36-01C6-1873-0E35C35C27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69289F46-BABC-C7C6-A401-386A398165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DB269F6B-1BD7-6E74-C994-030A817FE3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1F105788-0D2B-17C1-74D9-DA49F70264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D3CF001A-0C3F-1680-6D99-932B614E95D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AA856026-13C3-435C-4070-D6082EDF24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C2EDE-7D11-4EE7-B3CC-A9796C693F35}" type="datetimeFigureOut">
              <a:rPr lang="it-IT" smtClean="0"/>
              <a:t>07/06/2023</a:t>
            </a:fld>
            <a:endParaRPr lang="it-IT" dirty="0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7C45BA31-5519-6BDE-2FCE-77B113E65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B21BBED5-0F31-4F6C-3209-1265F8E51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637A3-A47D-4082-ACC9-B85711DB0CDE}" type="slidenum">
              <a:rPr lang="it-IT" smtClean="0"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2290685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DDACE40-213B-0C9A-B123-3C889FC55E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0AA46877-9E88-BAF2-F707-8FF693B09C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C2EDE-7D11-4EE7-B3CC-A9796C693F35}" type="datetimeFigureOut">
              <a:rPr lang="it-IT" smtClean="0"/>
              <a:t>07/06/2023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B425BE9B-69D6-B8A9-5225-2DC3E4DA7E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4D4C8A9B-96E4-C86C-4359-24E14A14AB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637A3-A47D-4082-ACC9-B85711DB0CDE}" type="slidenum">
              <a:rPr lang="it-IT" smtClean="0"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1506309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38B23560-058A-10DD-FE3E-F3C661240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C2EDE-7D11-4EE7-B3CC-A9796C693F35}" type="datetimeFigureOut">
              <a:rPr lang="it-IT" smtClean="0"/>
              <a:t>07/06/2023</a:t>
            </a:fld>
            <a:endParaRPr lang="it-IT" dirty="0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C355D5B7-0121-F594-0524-16F2C9E847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D0339832-C783-B8AB-A1D6-1C9383AB4F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637A3-A47D-4082-ACC9-B85711DB0CDE}" type="slidenum">
              <a:rPr lang="it-IT" smtClean="0"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5268172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F69CFD5-9F58-D251-A261-F4EC37703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5EEA3C5-EA16-31D8-DE56-CBBF5B5935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6E3A1181-11D1-40D2-C3A4-1819C9D1DF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5D11F6F4-3B60-0BBA-F0D9-6E5970BCD2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C2EDE-7D11-4EE7-B3CC-A9796C693F35}" type="datetimeFigureOut">
              <a:rPr lang="it-IT" smtClean="0"/>
              <a:t>07/06/2023</a:t>
            </a:fld>
            <a:endParaRPr lang="it-IT" dirty="0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25FD8793-93C6-8230-1158-4194BD3A8C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1700FEA0-D9E5-9CE4-90E6-17A272545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637A3-A47D-4082-ACC9-B85711DB0CDE}" type="slidenum">
              <a:rPr lang="it-IT" smtClean="0"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5741857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CCA43CA-A1FE-3318-E410-15DC35CC4D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E5959D52-F69E-CEF9-0508-322273C94A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 dirty="0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D9A8FD4B-CD37-033C-1261-BAA9ABE41B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2A63FCA3-A6D3-B7E8-807F-8891C25766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C2EDE-7D11-4EE7-B3CC-A9796C693F35}" type="datetimeFigureOut">
              <a:rPr lang="it-IT" smtClean="0"/>
              <a:t>07/06/2023</a:t>
            </a:fld>
            <a:endParaRPr lang="it-IT" dirty="0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27AC91B8-BC8C-0F1B-9FB9-BD770CB42B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76D2D859-715B-2F3E-0D56-9D4B980F24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637A3-A47D-4082-ACC9-B85711DB0CDE}" type="slidenum">
              <a:rPr lang="it-IT" smtClean="0"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8452523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1A4A607-C216-3218-F309-2F1D07CCF5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065FDC5B-DB29-7CCC-AF1D-C6364F4D03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BADD1D84-32BF-5B7A-2BFA-730EC79348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C2EDE-7D11-4EE7-B3CC-A9796C693F35}" type="datetimeFigureOut">
              <a:rPr lang="it-IT" smtClean="0"/>
              <a:t>07/06/2023</a:t>
            </a:fld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3FE94E5-0D9B-DF34-9497-ABB35B6229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E56CE191-2CBD-CCB8-D601-B646C6624C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637A3-A47D-4082-ACC9-B85711DB0CDE}" type="slidenum">
              <a:rPr lang="it-IT" smtClean="0"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1900336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D497360A-729D-EEBC-D460-24EF3A25548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5C5981CB-1B25-B49D-D1B8-881F4776BB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6272220-C213-C99B-AE79-6030D8BF2F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C2EDE-7D11-4EE7-B3CC-A9796C693F35}" type="datetimeFigureOut">
              <a:rPr lang="it-IT" smtClean="0"/>
              <a:t>07/06/2023</a:t>
            </a:fld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48512E8-4EE2-EC49-0487-202038C637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3BF56D8B-98AF-F729-D7DF-47C2EDAB26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637A3-A47D-4082-ACC9-B85711DB0CDE}" type="slidenum">
              <a:rPr lang="it-IT" smtClean="0"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2562033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ADCB8ABE-A0A9-1C73-18C9-5B8D06FA8A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C80CC9E2-FA03-0FD2-5CCA-7521B986A1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E3511BE-9E6A-562F-3154-E343C6C409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9C2EDE-7D11-4EE7-B3CC-A9796C693F35}" type="datetimeFigureOut">
              <a:rPr lang="it-IT" smtClean="0"/>
              <a:t>07/06/2023</a:t>
            </a:fld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3C8C02C-242E-ECB2-440A-149DB3A6DA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C129C3D6-7F62-D448-22CA-958B4B15D8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0637A3-A47D-4082-ACC9-B85711DB0CDE}" type="slidenum">
              <a:rPr lang="it-IT" smtClean="0"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1639817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7607307-D358-D6DF-14BE-C755C2892D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84500"/>
            <a:ext cx="9144000" cy="1910204"/>
          </a:xfrm>
        </p:spPr>
        <p:txBody>
          <a:bodyPr>
            <a:normAutofit/>
          </a:bodyPr>
          <a:lstStyle/>
          <a:p>
            <a:br>
              <a:rPr lang="en-US" sz="3200" kern="1400" spc="-50" dirty="0">
                <a:solidFill>
                  <a:srgbClr val="C0000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kern="1400" spc="-50" dirty="0">
                <a:solidFill>
                  <a:srgbClr val="C0000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Automation of Energy Systems</a:t>
            </a:r>
            <a:br>
              <a:rPr lang="it-IT" sz="3200" kern="1400" spc="-50" dirty="0"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kern="0" dirty="0">
                <a:solidFill>
                  <a:srgbClr val="C00000"/>
                </a:solidFill>
                <a:effectLst/>
                <a:latin typeface="LiberationSans"/>
                <a:ea typeface="Calibri" panose="020F0502020204030204" pitchFamily="34" charset="0"/>
                <a:cs typeface="LiberationSans"/>
              </a:rPr>
              <a:t>Project for the academic year 2022/2023 </a:t>
            </a:r>
            <a:br>
              <a:rPr lang="en-US" sz="3200" kern="0" dirty="0">
                <a:solidFill>
                  <a:srgbClr val="C00000"/>
                </a:solidFill>
                <a:effectLst/>
                <a:latin typeface="LiberationSans"/>
                <a:ea typeface="Calibri" panose="020F0502020204030204" pitchFamily="34" charset="0"/>
                <a:cs typeface="LiberationSans"/>
              </a:rPr>
            </a:br>
            <a:br>
              <a:rPr lang="it-IT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it-IT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Alessandro Puglisi, Nicolò Spinelli, Riccardo Mondin, Davide Pizzocheri</a:t>
            </a:r>
            <a:endParaRPr lang="it-IT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ottotitolo 2">
                <a:extLst>
                  <a:ext uri="{FF2B5EF4-FFF2-40B4-BE49-F238E27FC236}">
                    <a16:creationId xmlns:a16="http://schemas.microsoft.com/office/drawing/2014/main" id="{E034F32A-3152-5603-3AD2-9EE5BA069D13}"/>
                  </a:ext>
                </a:extLst>
              </p:cNvPr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713771" y="2280212"/>
                <a:ext cx="10691149" cy="3831219"/>
              </a:xfrm>
            </p:spPr>
            <p:txBody>
              <a:bodyPr>
                <a:normAutofit lnSpcReduction="10000"/>
              </a:bodyPr>
              <a:lstStyle/>
              <a:p>
                <a:pPr algn="l"/>
                <a:r>
                  <a:rPr lang="it-IT" sz="1800" b="1" dirty="0">
                    <a:solidFill>
                      <a:srgbClr val="C00000"/>
                    </a:solidFill>
                    <a:latin typeface="+mj-lt"/>
                  </a:rPr>
                  <a:t>PROBLEM STATEMENT:</a:t>
                </a:r>
              </a:p>
              <a:p>
                <a:pPr algn="l"/>
                <a:r>
                  <a:rPr lang="it-IT" sz="1800" dirty="0"/>
                  <a:t>AC system,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18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it-IT" sz="1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it-IT" sz="1800" b="0" i="1" smtClean="0">
                        <a:latin typeface="Cambria Math" panose="02040503050406030204" pitchFamily="18" charset="0"/>
                      </a:rPr>
                      <m:t>=50 </m:t>
                    </m:r>
                    <m:r>
                      <a:rPr lang="it-IT" sz="1800" b="0" i="1" smtClean="0">
                        <a:latin typeface="Cambria Math" panose="02040503050406030204" pitchFamily="18" charset="0"/>
                      </a:rPr>
                      <m:t>𝐻𝑧</m:t>
                    </m:r>
                    <m:r>
                      <a:rPr lang="it-IT" sz="18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it-IT" sz="1800" b="0" dirty="0"/>
                  <a:t> , </a:t>
                </a:r>
                <a:r>
                  <a:rPr lang="it-IT" sz="1800" dirty="0"/>
                  <a:t>Three generators: </a:t>
                </a:r>
                <a:endParaRPr lang="it-IT" sz="1800" b="0" dirty="0"/>
              </a:p>
              <a:p>
                <a:pPr algn="l"/>
                <a:r>
                  <a:rPr lang="it-IT" sz="1800" b="1" dirty="0"/>
                  <a:t>G1</a:t>
                </a:r>
                <a:r>
                  <a:rPr lang="it-IT" sz="1800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18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it-IT" sz="1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it-IT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it-IT" sz="1800" b="0" i="1" smtClean="0">
                        <a:latin typeface="Cambria Math" panose="02040503050406030204" pitchFamily="18" charset="0"/>
                      </a:rPr>
                      <m:t>=100</m:t>
                    </m:r>
                    <m:r>
                      <a:rPr lang="it-IT" sz="1800" b="0" i="1" smtClean="0">
                        <a:latin typeface="Cambria Math" panose="02040503050406030204" pitchFamily="18" charset="0"/>
                      </a:rPr>
                      <m:t>𝑀𝑊</m:t>
                    </m:r>
                    <m:r>
                      <a:rPr lang="it-IT" sz="1800" b="0" i="1" smtClean="0">
                        <a:latin typeface="Cambria Math" panose="02040503050406030204" pitchFamily="18" charset="0"/>
                      </a:rPr>
                      <m:t>  ,  </m:t>
                    </m:r>
                    <m:sSub>
                      <m:sSubPr>
                        <m:ctrlPr>
                          <a:rPr lang="it-IT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l-GR" sz="1800" dirty="0"/>
                          <m:t>τ</m:t>
                        </m:r>
                      </m:e>
                      <m:sub>
                        <m:r>
                          <a:rPr lang="it-IT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it-IT" sz="1800" b="0" i="1" smtClean="0">
                        <a:latin typeface="Cambria Math" panose="02040503050406030204" pitchFamily="18" charset="0"/>
                      </a:rPr>
                      <m:t>=10 </m:t>
                    </m:r>
                    <m:r>
                      <a:rPr lang="it-IT" sz="1800" b="0" i="1" smtClean="0">
                        <a:latin typeface="Cambria Math" panose="02040503050406030204" pitchFamily="18" charset="0"/>
                      </a:rPr>
                      <m:t>𝑠𝑒𝑐</m:t>
                    </m:r>
                    <m:r>
                      <a:rPr lang="it-IT" sz="1800" b="0" i="1" smtClean="0">
                        <a:latin typeface="Cambria Math" panose="02040503050406030204" pitchFamily="18" charset="0"/>
                      </a:rPr>
                      <m:t>,  </m:t>
                    </m:r>
                    <m:sSub>
                      <m:sSubPr>
                        <m:ctrlPr>
                          <a:rPr lang="it-IT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1800" b="0" i="1" smtClean="0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it-IT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it-IT" sz="1800" b="0" i="1" smtClean="0">
                        <a:latin typeface="Cambria Math" panose="02040503050406030204" pitchFamily="18" charset="0"/>
                      </a:rPr>
                      <m:t>=20</m:t>
                    </m:r>
                    <m:f>
                      <m:fPr>
                        <m:ctrlPr>
                          <a:rPr lang="it-IT" sz="1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it-IT" sz="1800" b="0" i="1" smtClean="0">
                            <a:latin typeface="Cambria Math" panose="02040503050406030204" pitchFamily="18" charset="0"/>
                          </a:rPr>
                          <m:t>𝐾𝐽</m:t>
                        </m:r>
                      </m:num>
                      <m:den>
                        <m:sSup>
                          <m:sSupPr>
                            <m:ctrlPr>
                              <a:rPr lang="it-IT" sz="18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it-IT" sz="1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it-IT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it-IT" sz="1800" b="0" i="1" smtClean="0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num>
                                  <m:den>
                                    <m:r>
                                      <a:rPr lang="it-IT" sz="1800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it-IT" sz="1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it-IT" sz="1800" b="0" i="1" smtClean="0">
                        <a:latin typeface="Cambria Math" panose="02040503050406030204" pitchFamily="18" charset="0"/>
                      </a:rPr>
                      <m:t>   , </m:t>
                    </m:r>
                    <m:sSub>
                      <m:sSubPr>
                        <m:ctrlPr>
                          <a:rPr lang="it-IT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18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it-IT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it-IT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it-IT" sz="1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sz="18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it-IT" sz="1800" b="0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  <m:r>
                              <a:rPr lang="it-IT" sz="18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it-IT" sz="1800" b="0" i="1" smtClean="0">
                        <a:latin typeface="Cambria Math" panose="02040503050406030204" pitchFamily="18" charset="0"/>
                      </a:rPr>
                      <m:t>=0.5+1.5∗</m:t>
                    </m:r>
                    <m:sSup>
                      <m:sSupPr>
                        <m:ctrlPr>
                          <a:rPr lang="it-IT" sz="1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it-IT" sz="18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it-IT" sz="1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sz="18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it-IT" sz="1800" b="0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  <m:r>
                              <a:rPr lang="it-IT" sz="18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it-IT" sz="1800" dirty="0"/>
                          <m:t>−95)</m:t>
                        </m:r>
                      </m:e>
                      <m:sup>
                        <m:r>
                          <a:rPr lang="it-IT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it-IT" sz="1800" b="0" dirty="0"/>
              </a:p>
              <a:p>
                <a:pPr algn="l"/>
                <a:r>
                  <a:rPr lang="it-IT" sz="1800" b="1" dirty="0"/>
                  <a:t>G2</a:t>
                </a:r>
                <a:r>
                  <a:rPr lang="it-IT" sz="1800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18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it-IT" sz="1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it-IT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it-IT" sz="1800" b="0" i="1" smtClean="0">
                        <a:latin typeface="Cambria Math" panose="02040503050406030204" pitchFamily="18" charset="0"/>
                      </a:rPr>
                      <m:t>=50</m:t>
                    </m:r>
                    <m:r>
                      <a:rPr lang="it-IT" sz="1800" b="0" i="1" smtClean="0">
                        <a:latin typeface="Cambria Math" panose="02040503050406030204" pitchFamily="18" charset="0"/>
                      </a:rPr>
                      <m:t>𝑀𝑊</m:t>
                    </m:r>
                    <m:r>
                      <a:rPr lang="it-IT" sz="1800" b="0" i="1" smtClean="0">
                        <a:latin typeface="Cambria Math" panose="02040503050406030204" pitchFamily="18" charset="0"/>
                      </a:rPr>
                      <m:t>  ,  </m:t>
                    </m:r>
                    <m:sSub>
                      <m:sSubPr>
                        <m:ctrlPr>
                          <a:rPr lang="it-IT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l-GR" sz="1800" dirty="0"/>
                          <m:t>τ</m:t>
                        </m:r>
                      </m:e>
                      <m:sub>
                        <m:r>
                          <a:rPr lang="it-IT" sz="18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it-IT" sz="1800" b="0" i="1" smtClean="0">
                        <a:latin typeface="Cambria Math" panose="02040503050406030204" pitchFamily="18" charset="0"/>
                      </a:rPr>
                      <m:t>=5 </m:t>
                    </m:r>
                    <m:r>
                      <a:rPr lang="it-IT" sz="1800" b="0" i="1" smtClean="0">
                        <a:latin typeface="Cambria Math" panose="02040503050406030204" pitchFamily="18" charset="0"/>
                      </a:rPr>
                      <m:t>𝑠𝑒𝑐</m:t>
                    </m:r>
                    <m:r>
                      <a:rPr lang="it-IT" sz="1800" b="0" i="1" smtClean="0">
                        <a:latin typeface="Cambria Math" panose="02040503050406030204" pitchFamily="18" charset="0"/>
                      </a:rPr>
                      <m:t>,  </m:t>
                    </m:r>
                    <m:sSub>
                      <m:sSubPr>
                        <m:ctrlPr>
                          <a:rPr lang="it-IT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1800" b="0" i="1" smtClean="0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it-IT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it-IT" sz="1800" b="0" i="1" smtClean="0">
                        <a:latin typeface="Cambria Math" panose="02040503050406030204" pitchFamily="18" charset="0"/>
                      </a:rPr>
                      <m:t>=10</m:t>
                    </m:r>
                    <m:f>
                      <m:fPr>
                        <m:ctrlPr>
                          <a:rPr lang="it-IT" sz="1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it-IT" sz="1800" b="0" i="1" smtClean="0">
                            <a:latin typeface="Cambria Math" panose="02040503050406030204" pitchFamily="18" charset="0"/>
                          </a:rPr>
                          <m:t>𝐾𝐽</m:t>
                        </m:r>
                      </m:num>
                      <m:den>
                        <m:sSup>
                          <m:sSupPr>
                            <m:ctrlPr>
                              <a:rPr lang="it-IT" sz="18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it-IT" sz="1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it-IT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it-IT" sz="1800" b="0" i="1" smtClean="0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num>
                                  <m:den>
                                    <m:r>
                                      <a:rPr lang="it-IT" sz="1800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it-IT" sz="1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it-IT" sz="1800" b="0" i="1" smtClean="0">
                        <a:latin typeface="Cambria Math" panose="02040503050406030204" pitchFamily="18" charset="0"/>
                      </a:rPr>
                      <m:t>   , </m:t>
                    </m:r>
                    <m:sSub>
                      <m:sSubPr>
                        <m:ctrlPr>
                          <a:rPr lang="it-IT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18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it-IT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it-IT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it-IT" sz="1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sz="18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it-IT" sz="1800" b="0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  <m:r>
                              <a:rPr lang="it-IT" sz="1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it-IT" sz="1800" b="0" i="1" smtClean="0">
                        <a:latin typeface="Cambria Math" panose="02040503050406030204" pitchFamily="18" charset="0"/>
                      </a:rPr>
                      <m:t>=1+3∗</m:t>
                    </m:r>
                    <m:sSup>
                      <m:sSupPr>
                        <m:ctrlPr>
                          <a:rPr lang="it-IT" sz="1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it-IT" sz="18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it-IT" sz="1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sz="18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it-IT" sz="1800" b="0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  <m:r>
                              <a:rPr lang="it-IT" sz="18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it-IT" sz="1800" dirty="0"/>
                          <m:t>−</m:t>
                        </m:r>
                        <m:r>
                          <m:rPr>
                            <m:nor/>
                          </m:rPr>
                          <a:rPr lang="it-IT" sz="1800" b="0" i="0" dirty="0" smtClean="0"/>
                          <m:t>48</m:t>
                        </m:r>
                        <m:r>
                          <m:rPr>
                            <m:nor/>
                          </m:rPr>
                          <a:rPr lang="it-IT" sz="1800" dirty="0"/>
                          <m:t>)</m:t>
                        </m:r>
                      </m:e>
                      <m:sup>
                        <m:r>
                          <a:rPr lang="it-IT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it-IT" sz="1800" dirty="0"/>
              </a:p>
              <a:p>
                <a:pPr algn="l"/>
                <a:r>
                  <a:rPr lang="it-IT" sz="1800" b="1" dirty="0"/>
                  <a:t>G3</a:t>
                </a:r>
                <a:r>
                  <a:rPr lang="it-IT" sz="1800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18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it-IT" sz="1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it-IT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it-IT" sz="1800" b="0" i="1" smtClean="0">
                        <a:latin typeface="Cambria Math" panose="02040503050406030204" pitchFamily="18" charset="0"/>
                      </a:rPr>
                      <m:t>=150</m:t>
                    </m:r>
                    <m:r>
                      <a:rPr lang="it-IT" sz="1800" b="0" i="1" smtClean="0">
                        <a:latin typeface="Cambria Math" panose="02040503050406030204" pitchFamily="18" charset="0"/>
                      </a:rPr>
                      <m:t>𝑀𝑊</m:t>
                    </m:r>
                    <m:r>
                      <a:rPr lang="it-IT" sz="1800" b="0" i="1" smtClean="0">
                        <a:latin typeface="Cambria Math" panose="02040503050406030204" pitchFamily="18" charset="0"/>
                      </a:rPr>
                      <m:t>  ,  </m:t>
                    </m:r>
                    <m:sSub>
                      <m:sSubPr>
                        <m:ctrlPr>
                          <a:rPr lang="it-IT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l-GR" sz="1800" dirty="0"/>
                          <m:t>τ</m:t>
                        </m:r>
                      </m:e>
                      <m:sub>
                        <m:r>
                          <a:rPr lang="it-IT" sz="1800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it-IT" sz="1800" b="0" i="1" smtClean="0">
                        <a:latin typeface="Cambria Math" panose="02040503050406030204" pitchFamily="18" charset="0"/>
                      </a:rPr>
                      <m:t>=20 </m:t>
                    </m:r>
                    <m:r>
                      <a:rPr lang="it-IT" sz="1800" b="0" i="1" smtClean="0">
                        <a:latin typeface="Cambria Math" panose="02040503050406030204" pitchFamily="18" charset="0"/>
                      </a:rPr>
                      <m:t>𝑠𝑒𝑐</m:t>
                    </m:r>
                    <m:r>
                      <a:rPr lang="it-IT" sz="1800" b="0" i="1" smtClean="0">
                        <a:latin typeface="Cambria Math" panose="02040503050406030204" pitchFamily="18" charset="0"/>
                      </a:rPr>
                      <m:t>,  </m:t>
                    </m:r>
                    <m:sSub>
                      <m:sSubPr>
                        <m:ctrlPr>
                          <a:rPr lang="it-IT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1800" b="0" i="1" smtClean="0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it-IT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it-IT" sz="1800" b="0" i="1" smtClean="0">
                        <a:latin typeface="Cambria Math" panose="02040503050406030204" pitchFamily="18" charset="0"/>
                      </a:rPr>
                      <m:t>=10</m:t>
                    </m:r>
                    <m:f>
                      <m:fPr>
                        <m:ctrlPr>
                          <a:rPr lang="it-IT" sz="1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it-IT" sz="1800" b="0" i="1" smtClean="0">
                            <a:latin typeface="Cambria Math" panose="02040503050406030204" pitchFamily="18" charset="0"/>
                          </a:rPr>
                          <m:t>𝐾𝐽</m:t>
                        </m:r>
                      </m:num>
                      <m:den>
                        <m:sSup>
                          <m:sSupPr>
                            <m:ctrlPr>
                              <a:rPr lang="it-IT" sz="18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it-IT" sz="1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it-IT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it-IT" sz="1800" b="0" i="1" smtClean="0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num>
                                  <m:den>
                                    <m:r>
                                      <a:rPr lang="it-IT" sz="1800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it-IT" sz="1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it-IT" sz="1800" b="0" i="1" smtClean="0">
                        <a:latin typeface="Cambria Math" panose="02040503050406030204" pitchFamily="18" charset="0"/>
                      </a:rPr>
                      <m:t>   , </m:t>
                    </m:r>
                    <m:sSub>
                      <m:sSubPr>
                        <m:ctrlPr>
                          <a:rPr lang="it-IT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18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it-IT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d>
                      <m:dPr>
                        <m:ctrlPr>
                          <a:rPr lang="it-IT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it-IT" sz="1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sz="18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it-IT" sz="1800" b="0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  <m:r>
                              <a:rPr lang="it-IT" sz="18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d>
                    <m:r>
                      <a:rPr lang="it-IT" sz="1800" b="0" i="1" smtClean="0">
                        <a:latin typeface="Cambria Math" panose="02040503050406030204" pitchFamily="18" charset="0"/>
                      </a:rPr>
                      <m:t>=1.5+4∗</m:t>
                    </m:r>
                    <m:sSup>
                      <m:sSupPr>
                        <m:ctrlPr>
                          <a:rPr lang="it-IT" sz="1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it-IT" sz="18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it-IT" sz="1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sz="18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it-IT" sz="1800" b="0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  <m:r>
                              <a:rPr lang="it-IT" sz="18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it-IT" sz="1800" dirty="0"/>
                          <m:t>−</m:t>
                        </m:r>
                        <m:r>
                          <m:rPr>
                            <m:nor/>
                          </m:rPr>
                          <a:rPr lang="it-IT" sz="1800" b="0" i="0" dirty="0" smtClean="0"/>
                          <m:t>140</m:t>
                        </m:r>
                        <m:r>
                          <m:rPr>
                            <m:nor/>
                          </m:rPr>
                          <a:rPr lang="it-IT" sz="1800" dirty="0"/>
                          <m:t>)</m:t>
                        </m:r>
                      </m:e>
                      <m:sup>
                        <m:r>
                          <a:rPr lang="it-IT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it-IT" sz="1800" dirty="0"/>
              </a:p>
              <a:p>
                <a:pPr algn="l"/>
                <a:r>
                  <a:rPr lang="it-IT" sz="1800" b="1" kern="100" dirty="0">
                    <a:solidFill>
                      <a:srgbClr val="0070C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Assumptions:</a:t>
                </a:r>
                <a:endParaRPr lang="it-IT" sz="18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342900" lvl="0" indent="-342900" algn="l">
                  <a:buFont typeface="Calibri" panose="020F0502020204030204" pitchFamily="34" charset="0"/>
                  <a:buChar char="-"/>
                </a:pPr>
                <a:r>
                  <a:rPr lang="en-US" sz="1800" kern="100" dirty="0">
                    <a:solidFill>
                      <a:srgbClr val="0070C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Rigid network when using multiple generators</a:t>
                </a:r>
                <a:endParaRPr lang="it-IT" sz="18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342900" lvl="0" indent="-342900" algn="l">
                  <a:buFont typeface="Calibri" panose="020F0502020204030204" pitchFamily="34" charset="0"/>
                  <a:buChar char="-"/>
                </a:pPr>
                <a:r>
                  <a:rPr lang="en-US" sz="1800" kern="100" dirty="0">
                    <a:solidFill>
                      <a:srgbClr val="0070C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generators can be activated/deactivated at any time, useful assumption when solving the optimization problem. </a:t>
                </a:r>
                <a:endParaRPr lang="it-IT" sz="2000" b="1" dirty="0">
                  <a:solidFill>
                    <a:srgbClr val="C0000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3" name="Sottotitolo 2">
                <a:extLst>
                  <a:ext uri="{FF2B5EF4-FFF2-40B4-BE49-F238E27FC236}">
                    <a16:creationId xmlns:a16="http://schemas.microsoft.com/office/drawing/2014/main" id="{E034F32A-3152-5603-3AD2-9EE5BA069D1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713771" y="2280212"/>
                <a:ext cx="10691149" cy="3831219"/>
              </a:xfrm>
              <a:blipFill>
                <a:blip r:embed="rId2"/>
                <a:stretch>
                  <a:fillRect l="-456" t="-2067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392651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B11CB87-EA96-589B-D796-2F255A0861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526" y="171346"/>
            <a:ext cx="10515600" cy="700666"/>
          </a:xfrm>
        </p:spPr>
        <p:txBody>
          <a:bodyPr>
            <a:normAutofit/>
          </a:bodyPr>
          <a:lstStyle/>
          <a:p>
            <a:r>
              <a:rPr lang="it-IT" sz="3200" b="1" dirty="0">
                <a:solidFill>
                  <a:srgbClr val="C00000"/>
                </a:solidFill>
              </a:rPr>
              <a:t>Configuration A, Control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041F4977-4406-618D-1F17-DDEA0CCBCCC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27707" y="972933"/>
                <a:ext cx="10515600" cy="4351338"/>
              </a:xfrm>
            </p:spPr>
            <p:txBody>
              <a:bodyPr>
                <a:normAutofit fontScale="92500" lnSpcReduction="20000"/>
              </a:bodyPr>
              <a:lstStyle/>
              <a:p>
                <a:r>
                  <a:rPr lang="it-IT" sz="2400" dirty="0">
                    <a:solidFill>
                      <a:srgbClr val="0070C0"/>
                    </a:solidFill>
                  </a:rPr>
                  <a:t>G3 feeding L3+L4 (Islanded case):</a:t>
                </a:r>
              </a:p>
              <a:p>
                <a:pPr marL="0" indent="0">
                  <a:buNone/>
                </a:pPr>
                <a:r>
                  <a:rPr lang="it-IT" dirty="0"/>
                  <a:t> </a:t>
                </a:r>
                <a:r>
                  <a:rPr lang="it-IT" sz="2000" dirty="0"/>
                  <a:t>from specification: </a:t>
                </a:r>
              </a:p>
              <a:p>
                <a:pPr>
                  <a:buFont typeface="Courier New" panose="02070309020205020404" pitchFamily="49" charset="0"/>
                  <a:buChar char="o"/>
                </a:pPr>
                <a:r>
                  <a:rPr lang="en-US" sz="1800" dirty="0">
                    <a:solidFill>
                      <a:srgbClr val="0070C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</a:rPr>
                  <a:t>δPe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</a:rPr>
                  <a:t> ramp, 5MW over 10 sec</a:t>
                </a:r>
              </a:p>
              <a:p>
                <a:pPr>
                  <a:buFont typeface="Courier New" panose="02070309020205020404" pitchFamily="49" charset="0"/>
                  <a:buChar char="o"/>
                </a:pPr>
                <a:r>
                  <a:rPr lang="en-US" sz="1800" dirty="0">
                    <a:solidFill>
                      <a:srgbClr val="0070C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</a:rPr>
                  <a:t>δω</a:t>
                </a:r>
                <a:r>
                  <a:rPr lang="en-US" sz="1800" baseline="-25000" dirty="0">
                    <a:solidFill>
                      <a:srgbClr val="0070C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1800" dirty="0">
                    <a:solidFill>
                      <a:srgbClr val="0070C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</a:rPr>
                  <a:t>≤ </a:t>
                </a:r>
                <a:r>
                  <a:rPr lang="en-US" sz="1800" dirty="0">
                    <a:solidFill>
                      <a:srgbClr val="0070C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0.05 </a:t>
                </a:r>
              </a:p>
              <a:p>
                <a:pPr>
                  <a:buFont typeface="Courier New" panose="02070309020205020404" pitchFamily="49" charset="0"/>
                  <a:buChar char="o"/>
                </a:pPr>
                <a:r>
                  <a:rPr lang="en-US" sz="1800" dirty="0">
                    <a:solidFill>
                      <a:srgbClr val="0070C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t</a:t>
                </a:r>
                <a:r>
                  <a:rPr lang="en-US" sz="1800" baseline="-25000" dirty="0">
                    <a:solidFill>
                      <a:srgbClr val="0070C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set </a:t>
                </a:r>
                <a:r>
                  <a:rPr lang="en-US" sz="1800" dirty="0">
                    <a:solidFill>
                      <a:srgbClr val="0070C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</a:rPr>
                  <a:t>≈ 15 min</a:t>
                </a:r>
                <a:r>
                  <a:rPr lang="en-US" sz="1800" dirty="0">
                    <a:solidFill>
                      <a:srgbClr val="0070C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: 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5/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</a:rPr>
                  <a:t>ω</a:t>
                </a:r>
                <a:r>
                  <a:rPr lang="en-US" sz="1800" baseline="-25000" dirty="0"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</a:rPr>
                  <a:t>c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</a:rPr>
                  <a:t> ≤ 900  → </a:t>
                </a:r>
                <a:r>
                  <a:rPr lang="en-US" sz="1800" b="1" dirty="0">
                    <a:solidFill>
                      <a:srgbClr val="0070C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</a:rPr>
                  <a:t>ω</a:t>
                </a:r>
                <a:r>
                  <a:rPr lang="en-US" sz="1800" b="1" baseline="-25000" dirty="0">
                    <a:solidFill>
                      <a:srgbClr val="0070C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c  </a:t>
                </a:r>
                <a:r>
                  <a:rPr lang="en-US" sz="1800" b="1" dirty="0">
                    <a:solidFill>
                      <a:srgbClr val="0070C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</a:rPr>
                  <a:t>≥ 0.006 rad/s</a:t>
                </a:r>
                <a:endParaRPr lang="en-US" sz="1800" b="1" dirty="0">
                  <a:solidFill>
                    <a:srgbClr val="0070C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buFont typeface="Courier New" panose="02070309020205020404" pitchFamily="49" charset="0"/>
                  <a:buChar char="o"/>
                </a:pPr>
                <a:r>
                  <a:rPr lang="en-US" sz="1800" b="1" dirty="0">
                    <a:solidFill>
                      <a:srgbClr val="0070C0"/>
                    </a:solidFill>
                    <a:effectLst/>
                    <a:latin typeface="Arial" panose="020B0604020202020204" pitchFamily="34" charset="0"/>
                    <a:ea typeface="Calibri" panose="020F0502020204030204" pitchFamily="34" charset="0"/>
                  </a:rPr>
                  <a:t>φ</a:t>
                </a:r>
                <a:r>
                  <a:rPr lang="en-US" sz="1800" b="1" baseline="-25000" dirty="0">
                    <a:solidFill>
                      <a:srgbClr val="0070C0"/>
                    </a:solidFill>
                    <a:effectLst/>
                    <a:latin typeface="Arial" panose="020B0604020202020204" pitchFamily="34" charset="0"/>
                    <a:ea typeface="Calibri" panose="020F0502020204030204" pitchFamily="34" charset="0"/>
                  </a:rPr>
                  <a:t>m </a:t>
                </a:r>
                <a:r>
                  <a:rPr lang="en-US" sz="1800" b="1" dirty="0">
                    <a:solidFill>
                      <a:srgbClr val="0070C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</a:rPr>
                  <a:t>≥ 60°</a:t>
                </a:r>
                <a:r>
                  <a:rPr lang="en-US" sz="1800" b="1" dirty="0">
                    <a:solidFill>
                      <a:srgbClr val="0070C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: </a:t>
                </a:r>
                <a:r>
                  <a:rPr lang="en-US" sz="1800" dirty="0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design choice, non oscillatory response .</a:t>
                </a:r>
              </a:p>
              <a:p>
                <a:pPr marL="0" indent="0">
                  <a:buNone/>
                </a:pPr>
                <a:r>
                  <a:rPr lang="en-US" sz="1800" dirty="0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</a:p>
              <a:p>
                <a:pPr marL="0" indent="0">
                  <a:buNone/>
                </a:pPr>
                <a:r>
                  <a:rPr lang="en-US" sz="1800" dirty="0"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T</a:t>
                </a:r>
                <a:r>
                  <a:rPr lang="en-US" sz="1800" baseline="-25000" dirty="0"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A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=</a:t>
                </a:r>
                <a14:m>
                  <m:oMath xmlns:m="http://schemas.openxmlformats.org/officeDocument/2006/math">
                    <m:r>
                      <a:rPr lang="en-US" sz="18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</m:t>
                    </m:r>
                    <m:f>
                      <m:fPr>
                        <m:ctrlPr>
                          <a:rPr lang="it-IT" sz="12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it-IT" sz="12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180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J</m:t>
                            </m:r>
                          </m:e>
                          <m:sub>
                            <m:r>
                              <a:rPr lang="en-US" sz="18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sz="1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∗</m:t>
                        </m:r>
                        <m:sSubSup>
                          <m:sSubSupPr>
                            <m:ctrlPr>
                              <a:rPr lang="it-IT" sz="12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8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sz="18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US" sz="18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bSup>
                      </m:num>
                      <m:den>
                        <m:sSub>
                          <m:sSubPr>
                            <m:ctrlPr>
                              <a:rPr lang="it-IT" sz="12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18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  <m:r>
                              <a:rPr lang="en-US" sz="18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,3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1800" dirty="0"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= 6.573 sec	,   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80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g</m:t>
                    </m:r>
                    <m:d>
                      <m:dPr>
                        <m:ctrlPr>
                          <a:rPr lang="it-IT" sz="12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𝑠</m:t>
                        </m:r>
                      </m:e>
                    </m:d>
                    <m:r>
                      <a:rPr lang="en-US" sz="18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it-IT" sz="12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1+20</m:t>
                        </m:r>
                        <m:r>
                          <a:rPr lang="en-US" sz="1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𝑠</m:t>
                        </m:r>
                      </m:den>
                    </m:f>
                  </m:oMath>
                </a14:m>
                <a:endParaRPr lang="en-US" sz="18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sz="18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sz="1800" dirty="0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Loop shaping: </a:t>
                </a:r>
                <a:r>
                  <a:rPr lang="en-US" sz="1800" b="1" kern="100" dirty="0">
                    <a:solidFill>
                      <a:srgbClr val="0070C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C(</a:t>
                </a:r>
                <a:r>
                  <a:rPr lang="en-US" sz="1800" b="1" i="1" kern="100" dirty="0">
                    <a:solidFill>
                      <a:srgbClr val="0070C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s</a:t>
                </a:r>
                <a:r>
                  <a:rPr lang="en-US" sz="1800" b="1" kern="100" dirty="0">
                    <a:solidFill>
                      <a:srgbClr val="0070C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it-IT" sz="1800" b="1" i="1" kern="100">
                            <a:solidFill>
                              <a:srgbClr val="0070C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1800" b="1" i="1" kern="100">
                            <a:solidFill>
                              <a:srgbClr val="0070C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𝟏</m:t>
                        </m:r>
                        <m:r>
                          <a:rPr lang="en-US" sz="1800" b="1" i="1" kern="100">
                            <a:solidFill>
                              <a:srgbClr val="0070C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a:rPr lang="en-US" sz="1800" b="1" i="1" kern="100">
                            <a:solidFill>
                              <a:srgbClr val="0070C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𝟓𝟎𝟎</m:t>
                        </m:r>
                        <m:r>
                          <a:rPr lang="en-US" sz="1800" b="1" i="1" kern="100">
                            <a:solidFill>
                              <a:srgbClr val="0070C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𝒔</m:t>
                        </m:r>
                      </m:num>
                      <m:den>
                        <m:r>
                          <a:rPr lang="en-US" sz="1800" b="1" i="1" kern="100">
                            <a:solidFill>
                              <a:srgbClr val="0070C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𝟓𝟎𝟎</m:t>
                        </m:r>
                        <m:r>
                          <a:rPr lang="en-US" sz="1800" b="1" i="1" kern="100">
                            <a:solidFill>
                              <a:srgbClr val="0070C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𝒔</m:t>
                        </m:r>
                      </m:den>
                    </m:f>
                    <m:r>
                      <a:rPr lang="en-US" sz="1800" b="1" i="1" kern="10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∗</m:t>
                    </m:r>
                    <m:r>
                      <a:rPr lang="it-IT" sz="1800" b="1" i="1" kern="10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𝟎</m:t>
                    </m:r>
                    <m:r>
                      <a:rPr lang="it-IT" sz="1800" b="1" i="1" kern="10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a:rPr lang="it-IT" sz="1800" b="1" i="1" kern="10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𝟎𝟓𝟐</m:t>
                    </m:r>
                  </m:oMath>
                </a14:m>
                <a:endParaRPr lang="it-IT" sz="18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it-IT" sz="2000" dirty="0"/>
              </a:p>
              <a:p>
                <a:pPr marL="0" indent="0">
                  <a:buNone/>
                </a:pPr>
                <a:r>
                  <a:rPr lang="it-IT" sz="2000" dirty="0"/>
                  <a:t>Let’s simulate on Modelica: </a:t>
                </a:r>
              </a:p>
            </p:txBody>
          </p:sp>
        </mc:Choice>
        <mc:Fallback xmlns="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041F4977-4406-618D-1F17-DDEA0CCBCCC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27707" y="972933"/>
                <a:ext cx="10515600" cy="4351338"/>
              </a:xfrm>
              <a:blipFill>
                <a:blip r:embed="rId2"/>
                <a:stretch>
                  <a:fillRect l="-696" t="-2945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Immagine 3" descr="Immagine che contiene testo, linea, diagramma, Diagramma&#10;&#10;Descrizione generata automaticamente">
            <a:extLst>
              <a:ext uri="{FF2B5EF4-FFF2-40B4-BE49-F238E27FC236}">
                <a16:creationId xmlns:a16="http://schemas.microsoft.com/office/drawing/2014/main" id="{91080015-455D-3B55-8D74-1946BE0BDD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5607" y="872012"/>
            <a:ext cx="6078686" cy="3413741"/>
          </a:xfrm>
          <a:prstGeom prst="rect">
            <a:avLst/>
          </a:prstGeom>
          <a:ln>
            <a:solidFill>
              <a:srgbClr val="E7E6E6">
                <a:lumMod val="75000"/>
              </a:srgbClr>
            </a:solidFill>
          </a:ln>
        </p:spPr>
      </p:pic>
    </p:spTree>
    <p:extLst>
      <p:ext uri="{BB962C8B-B14F-4D97-AF65-F5344CB8AC3E}">
        <p14:creationId xmlns:p14="http://schemas.microsoft.com/office/powerpoint/2010/main" val="25289484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" name="Segnaposto contenuto 6">
                <a:extLst>
                  <a:ext uri="{FF2B5EF4-FFF2-40B4-BE49-F238E27FC236}">
                    <a16:creationId xmlns:a16="http://schemas.microsoft.com/office/drawing/2014/main" id="{6EDF525A-3D13-DE52-0BAC-622407A7423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19760" y="162685"/>
                <a:ext cx="11034040" cy="601427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it-IT" sz="2000" dirty="0">
                    <a:solidFill>
                      <a:srgbClr val="0070C0"/>
                    </a:solidFill>
                  </a:rPr>
                  <a:t>Modelica:							 </a:t>
                </a:r>
                <a:r>
                  <a:rPr lang="it-IT" sz="1600" dirty="0">
                    <a:solidFill>
                      <a:srgbClr val="C00000"/>
                    </a:solidFill>
                  </a:rPr>
                  <a:t>								</a:t>
                </a:r>
                <a:r>
                  <a:rPr lang="it-IT" dirty="0"/>
                  <a:t>		</a:t>
                </a:r>
              </a:p>
              <a:p>
                <a:pPr marL="0" indent="0">
                  <a:buNone/>
                </a:pPr>
                <a:endParaRPr lang="it-IT" dirty="0"/>
              </a:p>
              <a:p>
                <a:pPr marL="0" indent="0">
                  <a:buNone/>
                </a:pPr>
                <a:endParaRPr lang="it-IT" dirty="0"/>
              </a:p>
              <a:p>
                <a:pPr marL="0" indent="0">
                  <a:buNone/>
                </a:pPr>
                <a:endParaRPr lang="it-IT" dirty="0"/>
              </a:p>
              <a:p>
                <a:pPr marL="0" indent="0">
                  <a:buNone/>
                </a:pPr>
                <a:endParaRPr lang="it-IT" dirty="0"/>
              </a:p>
              <a:p>
                <a:pPr marL="0" indent="0">
                  <a:buNone/>
                </a:pPr>
                <a:r>
                  <a:rPr lang="it-IT" sz="1800" dirty="0"/>
                  <a:t>PID C(s):  </a:t>
                </a:r>
                <a:r>
                  <a:rPr lang="en-US" sz="16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set up </a:t>
                </a:r>
                <a:r>
                  <a:rPr lang="en-US" sz="1600" b="1" dirty="0">
                    <a:solidFill>
                      <a:srgbClr val="0070C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</a:rPr>
                  <a:t>ω</a:t>
                </a:r>
                <a:r>
                  <a:rPr lang="en-US" sz="1600" b="1" baseline="-25000" dirty="0">
                    <a:solidFill>
                      <a:srgbClr val="0070C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c  </a:t>
                </a:r>
                <a:r>
                  <a:rPr lang="en-US" sz="1600" b="1" dirty="0">
                    <a:solidFill>
                      <a:srgbClr val="0070C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</a:rPr>
                  <a:t>= 0.06 , </a:t>
                </a:r>
                <a:r>
                  <a:rPr lang="en-US" sz="16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</a:rPr>
                  <a:t>one zero cancel gen pole, other zero in 0.022,  pole in 0.6, tha</a:t>
                </a:r>
                <a:r>
                  <a:rPr lang="en-US" sz="1600" dirty="0">
                    <a:latin typeface="Calibri" panose="020F0502020204030204" pitchFamily="34" charset="0"/>
                    <a:ea typeface="Calibri" panose="020F0502020204030204" pitchFamily="34" charset="0"/>
                  </a:rPr>
                  <a:t>n double the gain after some simulation, to get a better response without issue</a:t>
                </a:r>
              </a:p>
              <a:p>
                <a:pPr marL="0" indent="0">
                  <a:buNone/>
                </a:pPr>
                <a:endParaRPr lang="en-US" sz="1600" dirty="0">
                  <a:latin typeface="Calibri" panose="020F0502020204030204" pitchFamily="34" charset="0"/>
                  <a:ea typeface="Calibri" panose="020F0502020204030204" pitchFamily="34" charset="0"/>
                </a:endParaRPr>
              </a:p>
              <a:p>
                <a:pPr marL="0" indent="0">
                  <a:buNone/>
                </a:pPr>
                <a:r>
                  <a:rPr lang="it-IT" sz="1600" kern="1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1600" b="1" kern="100" dirty="0">
                    <a:solidFill>
                      <a:srgbClr val="00B05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C(</a:t>
                </a:r>
                <a:r>
                  <a:rPr lang="en-US" sz="1600" b="1" i="1" kern="100" dirty="0">
                    <a:solidFill>
                      <a:srgbClr val="00B05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</a:t>
                </a:r>
                <a:r>
                  <a:rPr lang="en-US" sz="1600" b="1" kern="100" dirty="0">
                    <a:solidFill>
                      <a:srgbClr val="00B05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) =2*6.573*(0.04)</a:t>
                </a:r>
                <a:r>
                  <a:rPr lang="en-US" sz="1600" b="1" kern="100" baseline="30000" dirty="0">
                    <a:solidFill>
                      <a:srgbClr val="00B05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2</a:t>
                </a:r>
                <a:r>
                  <a:rPr lang="en-US" sz="1600" b="1" kern="100" dirty="0">
                    <a:solidFill>
                      <a:srgbClr val="00B05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*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it-IT" sz="1600" b="1" i="1" kern="100">
                            <a:solidFill>
                              <a:srgbClr val="00B05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it-IT" sz="1600" b="1" i="1" kern="100">
                                <a:solidFill>
                                  <a:srgbClr val="00B05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</m:ctrlPr>
                          </m:dPr>
                          <m:e>
                            <m:r>
                              <a:rPr lang="en-US" sz="1600" b="1" i="1" kern="100">
                                <a:solidFill>
                                  <a:srgbClr val="00B05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𝟏</m:t>
                            </m:r>
                            <m:r>
                              <a:rPr lang="en-US" sz="1600" b="1" kern="100">
                                <a:solidFill>
                                  <a:srgbClr val="00B05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+</m:t>
                            </m:r>
                            <m:r>
                              <a:rPr lang="en-US" sz="1600" b="1" i="1" kern="100">
                                <a:solidFill>
                                  <a:srgbClr val="00B05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𝟒𝟓</m:t>
                            </m:r>
                            <m:r>
                              <a:rPr lang="en-US" sz="1600" b="1" kern="100">
                                <a:solidFill>
                                  <a:srgbClr val="00B05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.</m:t>
                            </m:r>
                            <m:r>
                              <a:rPr lang="en-US" sz="1600" b="1" i="1" kern="100">
                                <a:solidFill>
                                  <a:srgbClr val="00B05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𝟒𝟓𝐬</m:t>
                            </m:r>
                          </m:e>
                        </m:d>
                        <m:r>
                          <a:rPr lang="en-US" sz="1600" b="1" i="1" kern="100">
                            <a:solidFill>
                              <a:srgbClr val="00B05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∗</m:t>
                        </m:r>
                        <m:r>
                          <a:rPr lang="en-US" sz="1600" b="1" kern="100">
                            <a:solidFill>
                              <a:srgbClr val="00B05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(</m:t>
                        </m:r>
                        <m:r>
                          <a:rPr lang="en-US" sz="1600" b="1" i="1" kern="100">
                            <a:solidFill>
                              <a:srgbClr val="00B05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𝟏</m:t>
                        </m:r>
                        <m:r>
                          <a:rPr lang="en-US" sz="1600" b="1" kern="100">
                            <a:solidFill>
                              <a:srgbClr val="00B05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+</m:t>
                        </m:r>
                        <m:r>
                          <a:rPr lang="en-US" sz="1600" b="1" i="1" kern="100">
                            <a:solidFill>
                              <a:srgbClr val="00B05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𝟐𝟎𝐬</m:t>
                        </m:r>
                        <m:r>
                          <a:rPr lang="en-US" sz="1600" b="1" kern="100">
                            <a:solidFill>
                              <a:srgbClr val="00B05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)</m:t>
                        </m:r>
                      </m:num>
                      <m:den>
                        <m:d>
                          <m:dPr>
                            <m:ctrlPr>
                              <a:rPr lang="it-IT" sz="1600" b="1" i="1" kern="100">
                                <a:solidFill>
                                  <a:srgbClr val="00B05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</m:ctrlPr>
                          </m:dPr>
                          <m:e>
                            <m:r>
                              <a:rPr lang="en-US" sz="1600" b="1" i="1" kern="100">
                                <a:solidFill>
                                  <a:srgbClr val="00B05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𝟏</m:t>
                            </m:r>
                            <m:r>
                              <a:rPr lang="en-US" sz="1600" b="1" kern="100">
                                <a:solidFill>
                                  <a:srgbClr val="00B05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+</m:t>
                            </m:r>
                            <m:r>
                              <a:rPr lang="en-US" sz="1600" b="1" i="1" kern="100">
                                <a:solidFill>
                                  <a:srgbClr val="00B05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𝟏</m:t>
                            </m:r>
                            <m:r>
                              <a:rPr lang="en-US" sz="1600" b="1" kern="100">
                                <a:solidFill>
                                  <a:srgbClr val="00B05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,</m:t>
                            </m:r>
                            <m:r>
                              <a:rPr lang="en-US" sz="1600" b="1" i="1" kern="100">
                                <a:solidFill>
                                  <a:srgbClr val="00B05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𝟔𝟕𝐬</m:t>
                            </m:r>
                          </m:e>
                        </m:d>
                        <m:r>
                          <a:rPr lang="en-US" sz="1600" b="1" i="1" kern="100">
                            <a:solidFill>
                              <a:srgbClr val="00B05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∗</m:t>
                        </m:r>
                        <m:r>
                          <a:rPr lang="en-US" sz="1600" b="1" i="1" kern="100">
                            <a:solidFill>
                              <a:srgbClr val="00B05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𝐬</m:t>
                        </m:r>
                      </m:den>
                    </m:f>
                  </m:oMath>
                </a14:m>
                <a:r>
                  <a:rPr lang="en-US" sz="1600" b="1" kern="100" dirty="0">
                    <a:solidFill>
                      <a:srgbClr val="00B050"/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       </a:t>
                </a:r>
                <a:endParaRPr lang="it-IT" sz="16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it-IT" sz="1600" dirty="0"/>
              </a:p>
            </p:txBody>
          </p:sp>
        </mc:Choice>
        <mc:Fallback xmlns="">
          <p:sp>
            <p:nvSpPr>
              <p:cNvPr id="7" name="Segnaposto contenuto 6">
                <a:extLst>
                  <a:ext uri="{FF2B5EF4-FFF2-40B4-BE49-F238E27FC236}">
                    <a16:creationId xmlns:a16="http://schemas.microsoft.com/office/drawing/2014/main" id="{6EDF525A-3D13-DE52-0BAC-622407A7423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19760" y="162685"/>
                <a:ext cx="11034040" cy="6014278"/>
              </a:xfrm>
              <a:blipFill>
                <a:blip r:embed="rId2"/>
                <a:stretch>
                  <a:fillRect l="-552" t="-1116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Immagine 7">
            <a:extLst>
              <a:ext uri="{FF2B5EF4-FFF2-40B4-BE49-F238E27FC236}">
                <a16:creationId xmlns:a16="http://schemas.microsoft.com/office/drawing/2014/main" id="{5800798F-00BB-0055-F958-BCD04D6803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760" y="768501"/>
            <a:ext cx="3404235" cy="1669415"/>
          </a:xfrm>
          <a:prstGeom prst="rect">
            <a:avLst/>
          </a:prstGeom>
          <a:ln w="5080">
            <a:solidFill>
              <a:schemeClr val="accent1"/>
            </a:solidFill>
          </a:ln>
        </p:spPr>
      </p:pic>
      <p:pic>
        <p:nvPicPr>
          <p:cNvPr id="10" name="Immagine 9" descr="Immagine che contiene testo, linea, Diagramma, diagramma&#10;&#10;Descrizione generata automaticamente">
            <a:extLst>
              <a:ext uri="{FF2B5EF4-FFF2-40B4-BE49-F238E27FC236}">
                <a16:creationId xmlns:a16="http://schemas.microsoft.com/office/drawing/2014/main" id="{A5B56277-767A-D6E5-9D9E-CC03E412D10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7251" y="305947"/>
            <a:ext cx="3339977" cy="2419593"/>
          </a:xfrm>
          <a:prstGeom prst="rect">
            <a:avLst/>
          </a:prstGeom>
          <a:ln w="5080">
            <a:solidFill>
              <a:schemeClr val="accent1"/>
            </a:solidFill>
          </a:ln>
        </p:spPr>
      </p:pic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6C00D438-3BDC-0DF8-CE96-4B60A2A98D9D}"/>
              </a:ext>
            </a:extLst>
          </p:cNvPr>
          <p:cNvSpPr txBox="1"/>
          <p:nvPr/>
        </p:nvSpPr>
        <p:spPr>
          <a:xfrm>
            <a:off x="8070572" y="636105"/>
            <a:ext cx="407106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dirty="0">
                <a:solidFill>
                  <a:srgbClr val="C00000"/>
                </a:solidFill>
              </a:rPr>
              <a:t>Neither settling time nor frequency error constraint guarantee!</a:t>
            </a:r>
          </a:p>
          <a:p>
            <a:endParaRPr lang="it-IT" sz="1600" dirty="0">
              <a:solidFill>
                <a:srgbClr val="C00000"/>
              </a:solidFill>
            </a:endParaRPr>
          </a:p>
          <a:p>
            <a:r>
              <a:rPr lang="it-IT" sz="1600" dirty="0"/>
              <a:t>Better to use a PID, to have a fast control, so less frequency loss</a:t>
            </a:r>
          </a:p>
        </p:txBody>
      </p:sp>
      <p:pic>
        <p:nvPicPr>
          <p:cNvPr id="15" name="Immagine 14" descr="Immagine che contiene testo, linea, diagramma, Diagramma&#10;&#10;Descrizione generata automaticamente">
            <a:extLst>
              <a:ext uri="{FF2B5EF4-FFF2-40B4-BE49-F238E27FC236}">
                <a16:creationId xmlns:a16="http://schemas.microsoft.com/office/drawing/2014/main" id="{3B01638D-6309-2D7D-3A9D-A1CFCE6BEE1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8815" y="3618909"/>
            <a:ext cx="4710505" cy="2914153"/>
          </a:xfrm>
          <a:prstGeom prst="rect">
            <a:avLst/>
          </a:prstGeom>
          <a:ln w="5080"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1020085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2D388266-AFF6-34AD-52D6-3422D545188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3785" y="193431"/>
                <a:ext cx="11599451" cy="5983532"/>
              </a:xfrm>
            </p:spPr>
            <p:txBody>
              <a:bodyPr>
                <a:normAutofit/>
              </a:bodyPr>
              <a:lstStyle/>
              <a:p>
                <a:r>
                  <a:rPr lang="it-IT" sz="2400" dirty="0">
                    <a:solidFill>
                      <a:srgbClr val="0070C0"/>
                    </a:solidFill>
                  </a:rPr>
                  <a:t>G1,G2 feeding L1+L2 (network generators)</a:t>
                </a:r>
              </a:p>
              <a:p>
                <a:pPr marL="0" indent="0">
                  <a:buNone/>
                </a:pPr>
                <a:r>
                  <a:rPr lang="it-IT" sz="2400" dirty="0">
                    <a:solidFill>
                      <a:srgbClr val="0070C0"/>
                    </a:solidFill>
                  </a:rPr>
                  <a:t>					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it-IT" sz="1800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it-IT" sz="1800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6</m:t>
                            </m:r>
                          </m:sup>
                        </m:sSup>
                      </m:num>
                      <m:den>
                        <m:sSub>
                          <m:sSubPr>
                            <m:ctrlPr>
                              <a:rPr lang="it-IT" sz="1800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(</m:t>
                            </m:r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𝐽</m:t>
                            </m:r>
                          </m:e>
                          <m:sub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it-IT" sz="1800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𝐽</m:t>
                            </m:r>
                          </m:e>
                          <m:sub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)∗</m:t>
                        </m:r>
                        <m:sSubSup>
                          <m:sSubSupPr>
                            <m:ctrlPr>
                              <a:rPr lang="it-IT" sz="1800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bSup>
                      </m:den>
                    </m:f>
                  </m:oMath>
                </a14:m>
                <a:r>
                  <a:rPr lang="en-US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it-IT" sz="1800" i="1">
                            <a:effectLst/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it-IT" sz="1800" b="0" i="1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2960.88</m:t>
                        </m:r>
                      </m:den>
                    </m:f>
                  </m:oMath>
                </a14:m>
                <a:r>
                  <a:rPr lang="en-US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 , </a:t>
                </a:r>
                <a:r>
                  <a:rPr lang="en-US" sz="1800" dirty="0">
                    <a:solidFill>
                      <a:srgbClr val="0070C0"/>
                    </a:solidFill>
                  </a:rPr>
                  <a:t>(assuming overall inertia as the sum)</a:t>
                </a:r>
                <a:endParaRPr lang="it-IT" sz="1800" dirty="0">
                  <a:solidFill>
                    <a:srgbClr val="0070C0"/>
                  </a:solidFill>
                </a:endParaRPr>
              </a:p>
              <a:p>
                <a:pPr marL="0" indent="0">
                  <a:buNone/>
                </a:pPr>
                <a:r>
                  <a:rPr lang="it-IT" sz="2400" dirty="0">
                    <a:solidFill>
                      <a:srgbClr val="0070C0"/>
                    </a:solidFill>
                  </a:rPr>
                  <a:t>					</a:t>
                </a:r>
                <a:r>
                  <a:rPr lang="en-US" sz="1600" b="1" dirty="0">
                    <a:solidFill>
                      <a:srgbClr val="0070C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</a:rPr>
                  <a:t>β</a:t>
                </a:r>
                <a:r>
                  <a:rPr lang="en-US" sz="1600" b="1" baseline="-25000" dirty="0">
                    <a:solidFill>
                      <a:srgbClr val="0070C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</a:rPr>
                  <a:t>1</a:t>
                </a:r>
                <a:r>
                  <a:rPr lang="en-US" sz="1600" b="1" dirty="0">
                    <a:solidFill>
                      <a:srgbClr val="0070C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</a:rPr>
                  <a:t>=1/3 , β</a:t>
                </a:r>
                <a:r>
                  <a:rPr lang="en-US" sz="1600" b="1" baseline="-25000" dirty="0">
                    <a:solidFill>
                      <a:srgbClr val="0070C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</a:rPr>
                  <a:t>2</a:t>
                </a:r>
                <a:r>
                  <a:rPr lang="en-US" sz="1600" b="1" dirty="0">
                    <a:solidFill>
                      <a:srgbClr val="0070C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</a:rPr>
                  <a:t>=2/3</a:t>
                </a:r>
                <a:r>
                  <a:rPr lang="en-US" sz="1600" dirty="0">
                    <a:solidFill>
                      <a:srgbClr val="0070C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(proportional to nominal Power)</a:t>
                </a:r>
              </a:p>
              <a:p>
                <a:pPr marL="0" indent="0">
                  <a:buNone/>
                </a:pPr>
                <a:endParaRPr lang="en-US" sz="1600" dirty="0">
                  <a:solidFill>
                    <a:srgbClr val="0070C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sz="1600" dirty="0">
                  <a:solidFill>
                    <a:srgbClr val="0070C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sz="1600" dirty="0">
                  <a:solidFill>
                    <a:srgbClr val="0070C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sz="1600" dirty="0">
                  <a:solidFill>
                    <a:srgbClr val="0070C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sz="1600" dirty="0">
                  <a:solidFill>
                    <a:srgbClr val="0070C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sz="1600" dirty="0">
                  <a:solidFill>
                    <a:srgbClr val="0070C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sz="1600" dirty="0">
                  <a:solidFill>
                    <a:srgbClr val="0070C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sz="1600" dirty="0">
                  <a:solidFill>
                    <a:srgbClr val="0070C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sz="1600" dirty="0">
                  <a:solidFill>
                    <a:srgbClr val="0070C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sz="1600" dirty="0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   Simulate on Modelica..</a:t>
                </a:r>
                <a:endParaRPr lang="it-IT" sz="1600" dirty="0"/>
              </a:p>
            </p:txBody>
          </p:sp>
        </mc:Choice>
        <mc:Fallback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2D388266-AFF6-34AD-52D6-3422D545188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3785" y="193431"/>
                <a:ext cx="11599451" cy="5983532"/>
              </a:xfrm>
              <a:blipFill>
                <a:blip r:embed="rId2"/>
                <a:stretch>
                  <a:fillRect l="-683" t="-1427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Immagine 3">
            <a:extLst>
              <a:ext uri="{FF2B5EF4-FFF2-40B4-BE49-F238E27FC236}">
                <a16:creationId xmlns:a16="http://schemas.microsoft.com/office/drawing/2014/main" id="{312B6C3E-1FB1-90FC-D229-0737A8C7968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601" y="814606"/>
            <a:ext cx="3820160" cy="1821180"/>
          </a:xfrm>
          <a:prstGeom prst="rect">
            <a:avLst/>
          </a:prstGeom>
        </p:spPr>
      </p:pic>
      <p:pic>
        <p:nvPicPr>
          <p:cNvPr id="2" name="Immagine 1" descr="Immagine che contiene testo, schermata, Carattere&#10;&#10;Descrizione generata automaticamente">
            <a:extLst>
              <a:ext uri="{FF2B5EF4-FFF2-40B4-BE49-F238E27FC236}">
                <a16:creationId xmlns:a16="http://schemas.microsoft.com/office/drawing/2014/main" id="{7CE0D629-A825-ECB7-3796-EC7A620152E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7131" y="2297113"/>
            <a:ext cx="4672330" cy="2634615"/>
          </a:xfrm>
          <a:prstGeom prst="rect">
            <a:avLst/>
          </a:prstGeom>
        </p:spPr>
      </p:pic>
      <p:pic>
        <p:nvPicPr>
          <p:cNvPr id="5" name="Immagine 4" descr="Immagine che contiene testo, Carattere, schermata, linea&#10;&#10;Descrizione generata automaticamente">
            <a:extLst>
              <a:ext uri="{FF2B5EF4-FFF2-40B4-BE49-F238E27FC236}">
                <a16:creationId xmlns:a16="http://schemas.microsoft.com/office/drawing/2014/main" id="{FFA57567-AF74-2DE1-1B96-8B19EDA52A5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4356" y="5248620"/>
            <a:ext cx="5302250" cy="1245235"/>
          </a:xfrm>
          <a:prstGeom prst="rect">
            <a:avLst/>
          </a:prstGeom>
        </p:spPr>
      </p:pic>
      <p:pic>
        <p:nvPicPr>
          <p:cNvPr id="6" name="Immagine 5" descr="Immagine che contiene testo, schermata, Carattere, linea&#10;&#10;Descrizione generata automaticamente">
            <a:extLst>
              <a:ext uri="{FF2B5EF4-FFF2-40B4-BE49-F238E27FC236}">
                <a16:creationId xmlns:a16="http://schemas.microsoft.com/office/drawing/2014/main" id="{1F128CF2-02E1-EF95-F854-864BC60C8B3C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27148" y="3030986"/>
            <a:ext cx="3885458" cy="2059188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CasellaDiTesto 6">
            <a:extLst>
              <a:ext uri="{FF2B5EF4-FFF2-40B4-BE49-F238E27FC236}">
                <a16:creationId xmlns:a16="http://schemas.microsoft.com/office/drawing/2014/main" id="{980FBDFF-A21D-B0DB-A073-856EE77E67D0}"/>
              </a:ext>
            </a:extLst>
          </p:cNvPr>
          <p:cNvSpPr txBox="1"/>
          <p:nvPr/>
        </p:nvSpPr>
        <p:spPr>
          <a:xfrm>
            <a:off x="337601" y="2896914"/>
            <a:ext cx="395850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dirty="0"/>
              <a:t>Guarantee same specification of islanded case, design a goal L(s) and find the equivalent C(s) PID reversing the dynamic.</a:t>
            </a:r>
          </a:p>
          <a:p>
            <a:r>
              <a:rPr lang="it-IT" sz="1600" dirty="0"/>
              <a:t>Solve a system of equation with degrees of freedom primary and secondary gains. </a:t>
            </a:r>
          </a:p>
        </p:txBody>
      </p:sp>
    </p:spTree>
    <p:extLst>
      <p:ext uri="{BB962C8B-B14F-4D97-AF65-F5344CB8AC3E}">
        <p14:creationId xmlns:p14="http://schemas.microsoft.com/office/powerpoint/2010/main" val="13124680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F2875A10-7CCA-9CD1-F82F-6388C88927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488" y="99742"/>
            <a:ext cx="11663156" cy="618899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it-IT" sz="2000" dirty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it-IT" sz="2000" dirty="0">
                <a:solidFill>
                  <a:srgbClr val="0070C0"/>
                </a:solidFill>
              </a:rPr>
              <a:t>Modelica:</a:t>
            </a:r>
          </a:p>
          <a:p>
            <a:pPr marL="0" indent="0">
              <a:buNone/>
            </a:pPr>
            <a:endParaRPr lang="it-IT" sz="2000" dirty="0">
              <a:solidFill>
                <a:srgbClr val="0070C0"/>
              </a:solidFill>
            </a:endParaRPr>
          </a:p>
          <a:p>
            <a:pPr marL="0" indent="0">
              <a:buNone/>
            </a:pPr>
            <a:endParaRPr lang="it-IT" sz="2000" dirty="0">
              <a:solidFill>
                <a:srgbClr val="0070C0"/>
              </a:solidFill>
            </a:endParaRPr>
          </a:p>
          <a:p>
            <a:pPr marL="0" indent="0">
              <a:buNone/>
            </a:pPr>
            <a:endParaRPr lang="it-IT" sz="2000" dirty="0">
              <a:solidFill>
                <a:srgbClr val="0070C0"/>
              </a:solidFill>
            </a:endParaRPr>
          </a:p>
          <a:p>
            <a:pPr marL="0" indent="0">
              <a:buNone/>
            </a:pPr>
            <a:endParaRPr lang="it-IT" sz="2000" dirty="0">
              <a:solidFill>
                <a:srgbClr val="0070C0"/>
              </a:solidFill>
            </a:endParaRPr>
          </a:p>
          <a:p>
            <a:pPr marL="0" indent="0">
              <a:buNone/>
            </a:pPr>
            <a:endParaRPr lang="it-IT" sz="2000" dirty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it-IT" sz="1800" dirty="0"/>
              <a:t>good freqency error. But controllers used in a very inefficent way! (during tuning we should also look inside the system, in particular the control action) To solve this, partition the effort proportionally to generator capability changing ks, kp1,2 .</a:t>
            </a:r>
          </a:p>
          <a:p>
            <a:pPr marL="0" indent="0">
              <a:buNone/>
            </a:pPr>
            <a:endParaRPr lang="it-IT" sz="1800" b="1" dirty="0">
              <a:solidFill>
                <a:srgbClr val="00B050"/>
              </a:solidFill>
            </a:endParaRPr>
          </a:p>
          <a:p>
            <a:pPr marL="0" indent="0">
              <a:buNone/>
            </a:pPr>
            <a:r>
              <a:rPr lang="it-IT" sz="1800" b="1" dirty="0">
                <a:solidFill>
                  <a:srgbClr val="00B050"/>
                </a:solidFill>
              </a:rPr>
              <a:t>Kp1 = 1.064</a:t>
            </a:r>
          </a:p>
          <a:p>
            <a:pPr marL="0" indent="0">
              <a:buNone/>
            </a:pPr>
            <a:r>
              <a:rPr lang="it-IT" sz="1800" b="1" dirty="0">
                <a:solidFill>
                  <a:srgbClr val="00B050"/>
                </a:solidFill>
              </a:rPr>
              <a:t>Kp2= 0.677327</a:t>
            </a:r>
          </a:p>
          <a:p>
            <a:pPr marL="0" indent="0">
              <a:buNone/>
            </a:pPr>
            <a:r>
              <a:rPr lang="it-IT" sz="1800" b="1" dirty="0">
                <a:solidFill>
                  <a:srgbClr val="00B050"/>
                </a:solidFill>
              </a:rPr>
              <a:t>Ks = 0.016</a:t>
            </a:r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2F4C37B0-FBC4-1936-D0FC-3D972E66B0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5206" y="236181"/>
            <a:ext cx="4510794" cy="2372999"/>
          </a:xfrm>
          <a:prstGeom prst="rect">
            <a:avLst/>
          </a:prstGeom>
          <a:ln w="5080">
            <a:solidFill>
              <a:schemeClr val="accent1"/>
            </a:solidFill>
          </a:ln>
        </p:spPr>
      </p:pic>
      <p:pic>
        <p:nvPicPr>
          <p:cNvPr id="10" name="Immagine 9" descr="Immagine che contiene testo, linea, Diagramma, diagramma&#10;&#10;Descrizione generata automaticamente">
            <a:extLst>
              <a:ext uri="{FF2B5EF4-FFF2-40B4-BE49-F238E27FC236}">
                <a16:creationId xmlns:a16="http://schemas.microsoft.com/office/drawing/2014/main" id="{19E320C4-6014-D2D9-6DF5-6D0DF65499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9597" y="99742"/>
            <a:ext cx="4513253" cy="2754708"/>
          </a:xfrm>
          <a:prstGeom prst="rect">
            <a:avLst/>
          </a:prstGeom>
          <a:ln w="5080">
            <a:solidFill>
              <a:schemeClr val="accent1"/>
            </a:solidFill>
          </a:ln>
        </p:spPr>
      </p:pic>
      <p:pic>
        <p:nvPicPr>
          <p:cNvPr id="12" name="Immagine 11" descr="Immagine che contiene testo, diagramma, linea, Diagramma&#10;&#10;Descrizione generata automaticamente">
            <a:extLst>
              <a:ext uri="{FF2B5EF4-FFF2-40B4-BE49-F238E27FC236}">
                <a16:creationId xmlns:a16="http://schemas.microsoft.com/office/drawing/2014/main" id="{DA02201C-3093-0B0B-F544-B61760AECFF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1337" y="3651790"/>
            <a:ext cx="4908550" cy="2970029"/>
          </a:xfrm>
          <a:prstGeom prst="rect">
            <a:avLst/>
          </a:prstGeom>
          <a:ln w="5080"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24286876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E50A5DC-9DC8-F8F8-5B3A-8DBE167C4F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52786"/>
            <a:ext cx="10515600" cy="1325563"/>
          </a:xfrm>
        </p:spPr>
        <p:txBody>
          <a:bodyPr>
            <a:normAutofit/>
          </a:bodyPr>
          <a:lstStyle/>
          <a:p>
            <a:r>
              <a:rPr lang="it-IT" sz="3200" b="1" dirty="0">
                <a:solidFill>
                  <a:srgbClr val="C00000"/>
                </a:solidFill>
              </a:rPr>
              <a:t>Configuration A, Optimization</a:t>
            </a:r>
            <a:endParaRPr lang="it-IT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81C9B99E-7DEF-1371-C24B-C717F393893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3256" y="762000"/>
                <a:ext cx="11776668" cy="5899154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1800" kern="1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(focus on G1,G2 feeding L1+L2)</a:t>
                </a:r>
              </a:p>
              <a:p>
                <a:pPr marL="0" indent="0">
                  <a:buNone/>
                </a:pPr>
                <a:r>
                  <a:rPr lang="en-US" sz="1800" b="1" kern="1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G1: </a:t>
                </a:r>
                <a:r>
                  <a:rPr lang="en-US" sz="1800" kern="1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P</a:t>
                </a:r>
                <a:r>
                  <a:rPr lang="en-US" sz="1800" kern="100" baseline="-250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g1,min </a:t>
                </a:r>
                <a:r>
                  <a:rPr lang="en-US" sz="1800" kern="1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= 15MW        P</a:t>
                </a:r>
                <a:r>
                  <a:rPr lang="en-US" sz="1800" kern="100" baseline="-250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g1,max </a:t>
                </a:r>
                <a:r>
                  <a:rPr lang="en-US" sz="1800" kern="1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= 100 MW		</a:t>
                </a:r>
                <a:endParaRPr lang="it-IT" sz="18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sz="1800" b="1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G2: </a:t>
                </a:r>
                <a:r>
                  <a:rPr lang="en-US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P</a:t>
                </a:r>
                <a:r>
                  <a:rPr lang="en-US" sz="1800" baseline="-250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g2,min </a:t>
                </a:r>
                <a:r>
                  <a:rPr lang="en-US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= 7.5 MW      P</a:t>
                </a:r>
                <a:r>
                  <a:rPr lang="en-US" sz="1800" baseline="-250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g2,max </a:t>
                </a:r>
                <a:r>
                  <a:rPr lang="en-US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= 50 MW</a:t>
                </a:r>
              </a:p>
              <a:p>
                <a:pPr marL="0" indent="0">
                  <a:buNone/>
                </a:pPr>
                <a:endParaRPr lang="it-IT" sz="1800" b="1" kern="1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it-IT" dirty="0"/>
              </a:p>
              <a:p>
                <a:pPr marL="0" indent="0">
                  <a:buNone/>
                </a:pPr>
                <a:endParaRPr lang="it-IT" dirty="0"/>
              </a:p>
              <a:p>
                <a:pPr marL="0" indent="0">
                  <a:buNone/>
                </a:pPr>
                <a:endParaRPr lang="it-IT" dirty="0"/>
              </a:p>
              <a:p>
                <a:pPr marL="0" indent="0">
                  <a:buNone/>
                </a:pPr>
                <a:r>
                  <a:rPr lang="it-IT" sz="2000" b="1" dirty="0">
                    <a:solidFill>
                      <a:srgbClr val="0070C0"/>
                    </a:solidFill>
                  </a:rPr>
                  <a:t>Optimization problem:</a:t>
                </a:r>
              </a:p>
              <a:p>
                <a:pPr marL="0" indent="0">
                  <a:buNone/>
                </a:pPr>
                <a:r>
                  <a:rPr lang="en-US" sz="1800" dirty="0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cost f: 	</a:t>
                </a:r>
                <a:r>
                  <a:rPr lang="en-US" sz="1800" i="1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f</a:t>
                </a:r>
                <a:r>
                  <a:rPr lang="en-US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(P</a:t>
                </a:r>
                <a:r>
                  <a:rPr lang="en-US" sz="1800" baseline="-250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g1</a:t>
                </a:r>
                <a:r>
                  <a:rPr lang="en-US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,P</a:t>
                </a:r>
                <a:r>
                  <a:rPr lang="en-US" sz="1800" baseline="-250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g2</a:t>
                </a:r>
                <a:r>
                  <a:rPr lang="en-US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) = c</a:t>
                </a:r>
                <a:r>
                  <a:rPr lang="en-US" sz="1800" baseline="-250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1</a:t>
                </a:r>
                <a:r>
                  <a:rPr lang="en-US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(P</a:t>
                </a:r>
                <a:r>
                  <a:rPr lang="en-US" sz="1800" baseline="-250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g1</a:t>
                </a:r>
                <a:r>
                  <a:rPr lang="en-US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)+c</a:t>
                </a:r>
                <a:r>
                  <a:rPr lang="en-US" sz="1800" baseline="-250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2</a:t>
                </a:r>
                <a:r>
                  <a:rPr lang="en-US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(P</a:t>
                </a:r>
                <a:r>
                  <a:rPr lang="en-US" sz="1800" baseline="-250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g2</a:t>
                </a:r>
                <a:r>
                  <a:rPr lang="en-US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)</a:t>
                </a:r>
                <a:endParaRPr lang="it-IT" sz="20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sz="1800" kern="1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s.t:	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it-IT" sz="1800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it-IT" sz="1800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eqArrPr>
                          <m:e>
                            <m:sSub>
                              <m:sSubPr>
                                <m:ctrlPr>
                                  <a:rPr lang="it-IT" sz="1800" i="1" kern="100" baseline="-250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i="1" kern="100" baseline="-250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US" sz="1800" i="1" kern="100" baseline="-250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𝑔</m:t>
                                </m:r>
                                <m:r>
                                  <a:rPr lang="en-US" sz="1800" i="1" kern="100" baseline="-250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1800" i="1" kern="100" baseline="-250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it-IT" sz="1800" i="1" kern="100" baseline="-250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i="1" kern="100" baseline="-250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US" sz="1800" i="1" kern="100" baseline="-250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𝑔</m:t>
                                </m:r>
                                <m:r>
                                  <a:rPr lang="en-US" sz="1800" i="1" kern="100" baseline="-250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sz="1800" i="1" kern="100" baseline="-250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it-IT" sz="1800" i="1" kern="100" baseline="-250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i="1" kern="100" baseline="-250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US" sz="1800" i="1" kern="100" baseline="-250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𝑒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it-IT" sz="1800" i="1" kern="1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i="1" kern="1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US" sz="1800" i="1" kern="1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𝑔</m:t>
                                </m:r>
                                <m:r>
                                  <a:rPr lang="en-US" sz="1800" i="1" kern="1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1,</m:t>
                                </m:r>
                                <m:r>
                                  <a:rPr lang="en-US" sz="1800" i="1" kern="1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𝑚𝑖𝑛</m:t>
                                </m:r>
                              </m:sub>
                            </m:sSub>
                            <m:r>
                              <a:rPr lang="en-US" sz="1800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≤</m:t>
                            </m:r>
                            <m:sSub>
                              <m:sSubPr>
                                <m:ctrlPr>
                                  <a:rPr lang="it-IT" sz="1800" i="1" kern="1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i="1" kern="1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US" sz="1800" i="1" kern="1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𝑔</m:t>
                                </m:r>
                                <m:r>
                                  <a:rPr lang="en-US" sz="1800" i="1" kern="1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1800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≤</m:t>
                            </m:r>
                            <m:sSub>
                              <m:sSubPr>
                                <m:ctrlPr>
                                  <a:rPr lang="it-IT" sz="1800" i="1" kern="1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i="1" kern="1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US" sz="1800" i="1" kern="1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𝑔</m:t>
                                </m:r>
                                <m:r>
                                  <a:rPr lang="en-US" sz="1800" i="1" kern="1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1,</m:t>
                                </m:r>
                                <m:r>
                                  <a:rPr lang="en-US" sz="1800" i="1" kern="1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𝑚𝑎𝑥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it-IT" sz="1800" i="1" kern="1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i="1" kern="1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US" sz="1800" i="1" kern="1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𝑔</m:t>
                                </m:r>
                                <m:r>
                                  <a:rPr lang="en-US" sz="1800" i="1" kern="1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2,</m:t>
                                </m:r>
                                <m:r>
                                  <a:rPr lang="en-US" sz="1800" i="1" kern="1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𝑚𝑖𝑛</m:t>
                                </m:r>
                              </m:sub>
                            </m:sSub>
                            <m:r>
                              <a:rPr lang="en-US" sz="1800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≤</m:t>
                            </m:r>
                            <m:sSub>
                              <m:sSubPr>
                                <m:ctrlPr>
                                  <a:rPr lang="it-IT" sz="1800" i="1" kern="1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i="1" kern="1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US" sz="1800" i="1" kern="1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𝑔</m:t>
                                </m:r>
                                <m:r>
                                  <a:rPr lang="en-US" sz="1800" i="1" kern="1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sz="1800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≤</m:t>
                            </m:r>
                            <m:sSub>
                              <m:sSubPr>
                                <m:ctrlPr>
                                  <a:rPr lang="it-IT" sz="1800" i="1" kern="1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i="1" kern="1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US" sz="1800" i="1" kern="1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𝑔</m:t>
                                </m:r>
                                <m:r>
                                  <a:rPr lang="en-US" sz="1800" i="1" kern="1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2,</m:t>
                                </m:r>
                                <m:r>
                                  <a:rPr lang="en-US" sz="1800" i="1" kern="1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𝑚𝑎𝑥</m:t>
                                </m:r>
                              </m:sub>
                            </m:sSub>
                          </m:e>
                        </m:eqArr>
                      </m:e>
                    </m:d>
                  </m:oMath>
                </a14:m>
                <a:r>
                  <a:rPr lang="en-US" sz="1800" kern="1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	</a:t>
                </a:r>
                <a:r>
                  <a:rPr lang="en-US" sz="1800" kern="1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→</a:t>
                </a:r>
                <a:r>
                  <a:rPr lang="en-US" sz="1800" kern="1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as KKT formulation:   </a:t>
                </a:r>
                <a:endParaRPr lang="it-IT" sz="18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it-IT" sz="2000" dirty="0"/>
              </a:p>
            </p:txBody>
          </p:sp>
        </mc:Choice>
        <mc:Fallback xmlns="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81C9B99E-7DEF-1371-C24B-C717F393893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3256" y="762000"/>
                <a:ext cx="11776668" cy="5899154"/>
              </a:xfrm>
              <a:blipFill>
                <a:blip r:embed="rId2"/>
                <a:stretch>
                  <a:fillRect l="-569" t="-930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ella 4">
            <a:extLst>
              <a:ext uri="{FF2B5EF4-FFF2-40B4-BE49-F238E27FC236}">
                <a16:creationId xmlns:a16="http://schemas.microsoft.com/office/drawing/2014/main" id="{84A8E54E-59BA-7CD0-9EDC-447E65D22B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9560112"/>
              </p:ext>
            </p:extLst>
          </p:nvPr>
        </p:nvGraphicFramePr>
        <p:xfrm>
          <a:off x="4256295" y="1087780"/>
          <a:ext cx="6467585" cy="7878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6248">
                  <a:extLst>
                    <a:ext uri="{9D8B030D-6E8A-4147-A177-3AD203B41FA5}">
                      <a16:colId xmlns:a16="http://schemas.microsoft.com/office/drawing/2014/main" val="3946018888"/>
                    </a:ext>
                  </a:extLst>
                </a:gridCol>
                <a:gridCol w="1008960">
                  <a:extLst>
                    <a:ext uri="{9D8B030D-6E8A-4147-A177-3AD203B41FA5}">
                      <a16:colId xmlns:a16="http://schemas.microsoft.com/office/drawing/2014/main" val="988235690"/>
                    </a:ext>
                  </a:extLst>
                </a:gridCol>
                <a:gridCol w="850832">
                  <a:extLst>
                    <a:ext uri="{9D8B030D-6E8A-4147-A177-3AD203B41FA5}">
                      <a16:colId xmlns:a16="http://schemas.microsoft.com/office/drawing/2014/main" val="938482608"/>
                    </a:ext>
                  </a:extLst>
                </a:gridCol>
                <a:gridCol w="943739">
                  <a:extLst>
                    <a:ext uri="{9D8B030D-6E8A-4147-A177-3AD203B41FA5}">
                      <a16:colId xmlns:a16="http://schemas.microsoft.com/office/drawing/2014/main" val="1362428896"/>
                    </a:ext>
                  </a:extLst>
                </a:gridCol>
                <a:gridCol w="1002417">
                  <a:extLst>
                    <a:ext uri="{9D8B030D-6E8A-4147-A177-3AD203B41FA5}">
                      <a16:colId xmlns:a16="http://schemas.microsoft.com/office/drawing/2014/main" val="3634324767"/>
                    </a:ext>
                  </a:extLst>
                </a:gridCol>
                <a:gridCol w="1021977">
                  <a:extLst>
                    <a:ext uri="{9D8B030D-6E8A-4147-A177-3AD203B41FA5}">
                      <a16:colId xmlns:a16="http://schemas.microsoft.com/office/drawing/2014/main" val="2806958689"/>
                    </a:ext>
                  </a:extLst>
                </a:gridCol>
                <a:gridCol w="1033412">
                  <a:extLst>
                    <a:ext uri="{9D8B030D-6E8A-4147-A177-3AD203B41FA5}">
                      <a16:colId xmlns:a16="http://schemas.microsoft.com/office/drawing/2014/main" val="2742857142"/>
                    </a:ext>
                  </a:extLst>
                </a:gridCol>
              </a:tblGrid>
              <a:tr h="393904">
                <a:tc>
                  <a:txBody>
                    <a:bodyPr/>
                    <a:lstStyle/>
                    <a:p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S1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S2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S3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S4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S5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S6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1875538"/>
                  </a:ext>
                </a:extLst>
              </a:tr>
              <a:tr h="393904">
                <a:tc>
                  <a:txBody>
                    <a:bodyPr/>
                    <a:lstStyle/>
                    <a:p>
                      <a:r>
                        <a:rPr lang="it-IT" b="1" dirty="0">
                          <a:solidFill>
                            <a:srgbClr val="0070C0"/>
                          </a:solidFill>
                        </a:rPr>
                        <a:t>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60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5887333"/>
                  </a:ext>
                </a:extLst>
              </a:tr>
            </a:tbl>
          </a:graphicData>
        </a:graphic>
      </p:graphicFrame>
      <p:pic>
        <p:nvPicPr>
          <p:cNvPr id="6" name="Immagine 5" descr="Immagine che contiene testo, schermata, linea, diagramma&#10;&#10;Descrizione generata automaticamente">
            <a:extLst>
              <a:ext uri="{FF2B5EF4-FFF2-40B4-BE49-F238E27FC236}">
                <a16:creationId xmlns:a16="http://schemas.microsoft.com/office/drawing/2014/main" id="{BD493D6A-072C-8B61-29E4-A0C6DEEFE8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022" y="2340741"/>
            <a:ext cx="6276314" cy="1206661"/>
          </a:xfrm>
          <a:prstGeom prst="rect">
            <a:avLst/>
          </a:prstGeom>
        </p:spPr>
      </p:pic>
      <p:sp>
        <p:nvSpPr>
          <p:cNvPr id="7" name="CasellaDiTesto 6">
            <a:extLst>
              <a:ext uri="{FF2B5EF4-FFF2-40B4-BE49-F238E27FC236}">
                <a16:creationId xmlns:a16="http://schemas.microsoft.com/office/drawing/2014/main" id="{DA28813D-5419-2A42-9159-DE3D1EEA0DB7}"/>
              </a:ext>
            </a:extLst>
          </p:cNvPr>
          <p:cNvSpPr txBox="1"/>
          <p:nvPr/>
        </p:nvSpPr>
        <p:spPr>
          <a:xfrm>
            <a:off x="7378816" y="2502503"/>
            <a:ext cx="33450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sz="1800" b="1" kern="100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 [60,100]    -&gt; (G1, G1+G2)  </a:t>
            </a:r>
            <a:endParaRPr lang="en-US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 b="1" kern="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sz="1800" b="1" kern="0" baseline="-250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n-US" sz="1800" kern="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 [100,120]  -&gt; (G1+G2)</a:t>
            </a:r>
            <a:endParaRPr lang="it-IT" dirty="0"/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9467E237-6E7D-35D7-A432-6D33C798E709}"/>
              </a:ext>
            </a:extLst>
          </p:cNvPr>
          <p:cNvSpPr txBox="1"/>
          <p:nvPr/>
        </p:nvSpPr>
        <p:spPr>
          <a:xfrm>
            <a:off x="6296742" y="4079141"/>
            <a:ext cx="3591627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i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= 1.5 + 1.5*(P</a:t>
            </a:r>
            <a:r>
              <a:rPr lang="en-US" sz="1800" kern="100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g1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-95)</a:t>
            </a:r>
            <a:r>
              <a:rPr lang="en-US" sz="1800" kern="100" baseline="30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+ 3*(P</a:t>
            </a:r>
            <a:r>
              <a:rPr lang="en-US" sz="1800" kern="100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g2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-48)</a:t>
            </a:r>
            <a:r>
              <a:rPr lang="en-US" sz="1800" kern="100" baseline="30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it-IT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 = P</a:t>
            </a:r>
            <a:r>
              <a:rPr lang="en-US" sz="1800" kern="100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g1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+ P</a:t>
            </a:r>
            <a:r>
              <a:rPr lang="en-US" sz="1800" kern="100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g2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– P</a:t>
            </a:r>
            <a:r>
              <a:rPr lang="en-US" sz="1800" kern="100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</a:t>
            </a:r>
            <a:endParaRPr lang="it-IT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</a:t>
            </a:r>
            <a:r>
              <a:rPr lang="en-US" sz="1800" kern="100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=P</a:t>
            </a:r>
            <a:r>
              <a:rPr lang="en-US" sz="1800" kern="100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g1 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 P</a:t>
            </a:r>
            <a:r>
              <a:rPr lang="en-US" sz="1800" kern="100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g1,min</a:t>
            </a:r>
            <a:endParaRPr lang="it-IT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</a:t>
            </a:r>
            <a:r>
              <a:rPr lang="en-US" sz="1800" kern="100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=P</a:t>
            </a:r>
            <a:r>
              <a:rPr lang="en-US" sz="1800" kern="100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g1,max 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 P</a:t>
            </a:r>
            <a:r>
              <a:rPr lang="en-US" sz="1800" kern="100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g1</a:t>
            </a:r>
            <a:endParaRPr lang="it-IT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</a:t>
            </a:r>
            <a:r>
              <a:rPr lang="en-US" sz="1800" kern="100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=P</a:t>
            </a:r>
            <a:r>
              <a:rPr lang="en-US" sz="1800" kern="100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g2 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 P</a:t>
            </a:r>
            <a:r>
              <a:rPr lang="en-US" sz="1800" kern="100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g2,min</a:t>
            </a:r>
            <a:endParaRPr lang="it-IT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</a:t>
            </a:r>
            <a:r>
              <a:rPr lang="en-US" sz="1800" kern="100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4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=P</a:t>
            </a:r>
            <a:r>
              <a:rPr lang="en-US" sz="1800" kern="100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g2,max 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 P</a:t>
            </a:r>
            <a:r>
              <a:rPr lang="en-US" sz="1800" kern="100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g2</a:t>
            </a:r>
            <a:endParaRPr lang="it-IT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it-IT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800" kern="1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L=</a:t>
            </a:r>
            <a:r>
              <a:rPr lang="en-US" sz="1800" i="1" kern="1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f</a:t>
            </a:r>
            <a:r>
              <a:rPr lang="en-US" sz="1800" kern="1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+ </a:t>
            </a:r>
            <a:r>
              <a:rPr lang="en-US" sz="1800" kern="1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λ*</a:t>
            </a:r>
            <a:r>
              <a:rPr lang="en-US" sz="1800" kern="1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 + </a:t>
            </a:r>
            <a:r>
              <a:rPr lang="en-US" sz="1800" kern="1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μ*h       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(Lagrangian)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endParaRPr lang="it-IT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3699386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AB8A136-8C44-0FFC-918D-366AD7BFCA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0581" y="127488"/>
            <a:ext cx="11103219" cy="60494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it-IT" sz="1800" dirty="0"/>
              <a:t>Compare the feasible combinations for each </a:t>
            </a:r>
            <a:r>
              <a:rPr lang="it-IT" sz="1800" b="1" dirty="0"/>
              <a:t>Pe:</a:t>
            </a:r>
          </a:p>
          <a:p>
            <a:pPr marL="0" indent="0">
              <a:buNone/>
            </a:pPr>
            <a:r>
              <a:rPr lang="it-IT" sz="1800" b="1" dirty="0">
                <a:solidFill>
                  <a:srgbClr val="0070C0"/>
                </a:solidFill>
              </a:rPr>
              <a:t>Pe=60:</a:t>
            </a:r>
          </a:p>
          <a:p>
            <a:r>
              <a:rPr lang="it-IT" sz="1600" b="1" dirty="0"/>
              <a:t>G1 Only:	</a:t>
            </a:r>
          </a:p>
          <a:p>
            <a:pPr marL="0" indent="0">
              <a:buNone/>
            </a:pPr>
            <a:r>
              <a:rPr lang="en-US" sz="1600" b="1" kern="100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</a:t>
            </a:r>
            <a:r>
              <a:rPr lang="en-US" sz="1600" b="1" kern="1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</a:t>
            </a:r>
            <a:r>
              <a:rPr lang="en-US" sz="1600" b="1" kern="100" baseline="-250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g1 </a:t>
            </a:r>
            <a:r>
              <a:rPr lang="en-US" sz="1600" b="1" kern="1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= P</a:t>
            </a:r>
            <a:r>
              <a:rPr lang="en-US" sz="1600" b="1" kern="100" baseline="-250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 </a:t>
            </a:r>
            <a:r>
              <a:rPr lang="en-US" sz="1600" b="1" kern="1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= 60</a:t>
            </a:r>
            <a:r>
              <a:rPr lang="en-US" sz="1600" kern="1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, </a:t>
            </a:r>
            <a:r>
              <a:rPr lang="en-US" sz="1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</a:t>
            </a:r>
            <a:r>
              <a:rPr lang="en-US" sz="1600" kern="100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</a:t>
            </a:r>
            <a:r>
              <a:rPr lang="en-US" sz="1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= 0.5+1.5*(60-95)</a:t>
            </a:r>
            <a:r>
              <a:rPr lang="en-US" sz="1600" kern="100" baseline="30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n-US" sz="1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=1838 </a:t>
            </a:r>
            <a:endParaRPr lang="it-IT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it-IT" sz="1600" b="1" dirty="0"/>
              <a:t>G1+G2:</a:t>
            </a:r>
          </a:p>
          <a:p>
            <a:pPr marL="0" indent="0">
              <a:buNone/>
            </a:pPr>
            <a:r>
              <a:rPr lang="it-IT" sz="1800" b="1" dirty="0"/>
              <a:t>Maxima:			</a:t>
            </a:r>
          </a:p>
          <a:p>
            <a:pPr marL="0" indent="0">
              <a:buNone/>
            </a:pPr>
            <a:endParaRPr lang="it-IT" sz="1800" b="1" dirty="0"/>
          </a:p>
          <a:p>
            <a:pPr marL="0" indent="0">
              <a:buNone/>
            </a:pPr>
            <a:endParaRPr lang="it-IT" sz="1800" b="1" dirty="0"/>
          </a:p>
          <a:p>
            <a:pPr marL="0" indent="0">
              <a:buNone/>
            </a:pPr>
            <a:endParaRPr lang="it-IT" sz="1800" b="1" dirty="0"/>
          </a:p>
          <a:p>
            <a:pPr marL="0" indent="0">
              <a:buNone/>
            </a:pPr>
            <a:endParaRPr lang="it-IT" sz="1800" b="1" dirty="0"/>
          </a:p>
          <a:p>
            <a:pPr marL="0" indent="0">
              <a:buNone/>
            </a:pPr>
            <a:endParaRPr lang="it-IT" sz="1800" b="1" dirty="0"/>
          </a:p>
          <a:p>
            <a:pPr marL="0" indent="0">
              <a:buNone/>
            </a:pPr>
            <a:endParaRPr lang="it-IT" sz="1800" b="1" dirty="0"/>
          </a:p>
          <a:p>
            <a:pPr marL="0" indent="0">
              <a:buNone/>
            </a:pPr>
            <a:endParaRPr lang="it-IT" sz="1800" b="1" dirty="0"/>
          </a:p>
          <a:p>
            <a:pPr marL="0" indent="0">
              <a:buNone/>
            </a:pPr>
            <a:r>
              <a:rPr lang="it-IT" sz="1800" b="1" dirty="0"/>
              <a:t>				</a:t>
            </a:r>
            <a:r>
              <a:rPr lang="it-IT" sz="1800" dirty="0"/>
              <a:t>cost rate G1+G2 &gt; cost rate G1 -&gt; for Pe=60 optimal choice: Only G1! </a:t>
            </a:r>
          </a:p>
        </p:txBody>
      </p:sp>
      <p:pic>
        <p:nvPicPr>
          <p:cNvPr id="4" name="Immagine 3" descr="Immagine che contiene testo, schermata, Carattere&#10;&#10;Descrizione generata automaticamente">
            <a:extLst>
              <a:ext uri="{FF2B5EF4-FFF2-40B4-BE49-F238E27FC236}">
                <a16:creationId xmlns:a16="http://schemas.microsoft.com/office/drawing/2014/main" id="{62ABE33B-BF67-08DA-2387-B092F187034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624" y="2299347"/>
            <a:ext cx="3318184" cy="317609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ella 5">
                <a:extLst>
                  <a:ext uri="{FF2B5EF4-FFF2-40B4-BE49-F238E27FC236}">
                    <a16:creationId xmlns:a16="http://schemas.microsoft.com/office/drawing/2014/main" id="{D4C3A03F-58D1-AF43-0545-D0363CF4814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23940408"/>
                  </p:ext>
                </p:extLst>
              </p:nvPr>
            </p:nvGraphicFramePr>
            <p:xfrm>
              <a:off x="3728851" y="2194560"/>
              <a:ext cx="8326314" cy="24688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5146">
                      <a:extLst>
                        <a:ext uri="{9D8B030D-6E8A-4147-A177-3AD203B41FA5}">
                          <a16:colId xmlns:a16="http://schemas.microsoft.com/office/drawing/2014/main" val="2222757825"/>
                        </a:ext>
                      </a:extLst>
                    </a:gridCol>
                    <a:gridCol w="925146">
                      <a:extLst>
                        <a:ext uri="{9D8B030D-6E8A-4147-A177-3AD203B41FA5}">
                          <a16:colId xmlns:a16="http://schemas.microsoft.com/office/drawing/2014/main" val="1359600966"/>
                        </a:ext>
                      </a:extLst>
                    </a:gridCol>
                    <a:gridCol w="925146">
                      <a:extLst>
                        <a:ext uri="{9D8B030D-6E8A-4147-A177-3AD203B41FA5}">
                          <a16:colId xmlns:a16="http://schemas.microsoft.com/office/drawing/2014/main" val="878015369"/>
                        </a:ext>
                      </a:extLst>
                    </a:gridCol>
                    <a:gridCol w="925146">
                      <a:extLst>
                        <a:ext uri="{9D8B030D-6E8A-4147-A177-3AD203B41FA5}">
                          <a16:colId xmlns:a16="http://schemas.microsoft.com/office/drawing/2014/main" val="3969812995"/>
                        </a:ext>
                      </a:extLst>
                    </a:gridCol>
                    <a:gridCol w="925146">
                      <a:extLst>
                        <a:ext uri="{9D8B030D-6E8A-4147-A177-3AD203B41FA5}">
                          <a16:colId xmlns:a16="http://schemas.microsoft.com/office/drawing/2014/main" val="3243997100"/>
                        </a:ext>
                      </a:extLst>
                    </a:gridCol>
                    <a:gridCol w="925146">
                      <a:extLst>
                        <a:ext uri="{9D8B030D-6E8A-4147-A177-3AD203B41FA5}">
                          <a16:colId xmlns:a16="http://schemas.microsoft.com/office/drawing/2014/main" val="2476382479"/>
                        </a:ext>
                      </a:extLst>
                    </a:gridCol>
                    <a:gridCol w="925146">
                      <a:extLst>
                        <a:ext uri="{9D8B030D-6E8A-4147-A177-3AD203B41FA5}">
                          <a16:colId xmlns:a16="http://schemas.microsoft.com/office/drawing/2014/main" val="3792425450"/>
                        </a:ext>
                      </a:extLst>
                    </a:gridCol>
                    <a:gridCol w="925146">
                      <a:extLst>
                        <a:ext uri="{9D8B030D-6E8A-4147-A177-3AD203B41FA5}">
                          <a16:colId xmlns:a16="http://schemas.microsoft.com/office/drawing/2014/main" val="3573976563"/>
                        </a:ext>
                      </a:extLst>
                    </a:gridCol>
                    <a:gridCol w="925146">
                      <a:extLst>
                        <a:ext uri="{9D8B030D-6E8A-4147-A177-3AD203B41FA5}">
                          <a16:colId xmlns:a16="http://schemas.microsoft.com/office/drawing/2014/main" val="312948334"/>
                        </a:ext>
                      </a:extLst>
                    </a:gridCol>
                  </a:tblGrid>
                  <a:tr h="280266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it-IT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it-IT" b="1" smtClean="0">
                                        <a:latin typeface="Cambria Math" panose="02040503050406030204" pitchFamily="18" charset="0"/>
                                      </a:rPr>
                                      <m:t>𝑷</m:t>
                                    </m:r>
                                  </m:e>
                                  <m:sub>
                                    <m:r>
                                      <a:rPr lang="it-IT" b="1" smtClean="0">
                                        <a:latin typeface="Cambria Math" panose="02040503050406030204" pitchFamily="18" charset="0"/>
                                      </a:rPr>
                                      <m:t>𝒈</m:t>
                                    </m:r>
                                    <m:r>
                                      <a:rPr lang="it-IT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it-IT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it-IT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it-IT" b="1" smtClean="0">
                                        <a:latin typeface="Cambria Math" panose="02040503050406030204" pitchFamily="18" charset="0"/>
                                      </a:rPr>
                                      <m:t>𝑷</m:t>
                                    </m:r>
                                  </m:e>
                                  <m:sub>
                                    <m:r>
                                      <a:rPr lang="it-IT" b="1" smtClean="0">
                                        <a:latin typeface="Cambria Math" panose="02040503050406030204" pitchFamily="18" charset="0"/>
                                      </a:rPr>
                                      <m:t>𝒈</m:t>
                                    </m:r>
                                    <m:r>
                                      <a:rPr lang="it-IT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it-IT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l-GR" dirty="0"/>
                            <a:t>λ</a:t>
                          </a:r>
                        </a:p>
                        <a:p>
                          <a:pPr algn="ctr"/>
                          <a:endParaRPr lang="it-IT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it-IT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nor/>
                                      </m:rPr>
                                      <a:rPr lang="el-GR" dirty="0" smtClean="0"/>
                                      <m:t>μ</m:t>
                                    </m:r>
                                  </m:e>
                                  <m:sub>
                                    <m:r>
                                      <a:rPr lang="it-IT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it-IT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it-IT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nor/>
                                      </m:rPr>
                                      <a:rPr lang="el-GR" dirty="0" smtClean="0"/>
                                      <m:t>μ</m:t>
                                    </m:r>
                                  </m:e>
                                  <m:sub>
                                    <m:r>
                                      <a:rPr lang="it-IT" b="1" dirty="0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it-IT" dirty="0"/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it-IT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it-IT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nor/>
                                      </m:rPr>
                                      <a:rPr lang="el-GR" dirty="0" smtClean="0"/>
                                      <m:t>μ</m:t>
                                    </m:r>
                                  </m:e>
                                  <m:sub>
                                    <m:r>
                                      <a:rPr lang="it-IT" b="1" dirty="0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it-IT" dirty="0"/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it-IT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it-IT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nor/>
                                      </m:rPr>
                                      <a:rPr lang="el-GR" dirty="0" smtClean="0"/>
                                      <m:t>μ</m:t>
                                    </m:r>
                                  </m:e>
                                  <m:sub>
                                    <m:r>
                                      <a:rPr lang="it-IT" b="1" dirty="0" smtClean="0">
                                        <a:latin typeface="Cambria Math" panose="02040503050406030204" pitchFamily="18" charset="0"/>
                                      </a:rPr>
                                      <m:t>𝟒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it-IT" b="1" dirty="0"/>
                        </a:p>
                        <a:p>
                          <a:endParaRPr lang="it-IT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i="1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it-IT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49161222"/>
                      </a:ext>
                    </a:extLst>
                  </a:tr>
                  <a:tr h="357557"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39.67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20.33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166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0.00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0.00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0.00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0.00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6890.5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>
                              <a:solidFill>
                                <a:srgbClr val="0070C0"/>
                              </a:solidFill>
                            </a:rPr>
                            <a:t>Opt.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47530641"/>
                      </a:ext>
                    </a:extLst>
                  </a:tr>
                  <a:tr h="357557"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15.00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45.00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18.00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222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0.00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0.00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0.00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9628.5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Left ext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73408966"/>
                      </a:ext>
                    </a:extLst>
                  </a:tr>
                  <a:tr h="357557"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100.0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>
                              <a:solidFill>
                                <a:srgbClr val="C00000"/>
                              </a:solidFill>
                            </a:rPr>
                            <a:t>-40.00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528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0.00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543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0.00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0.00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23271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Unf.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54039565"/>
                      </a:ext>
                    </a:extLst>
                  </a:tr>
                  <a:tr h="357557"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52.50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7.50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127.5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0.00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0.00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115.5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0.00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7631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Left ext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63167244"/>
                      </a:ext>
                    </a:extLst>
                  </a:tr>
                  <a:tr h="357557">
                    <a:tc>
                      <a:txBody>
                        <a:bodyPr/>
                        <a:lstStyle/>
                        <a:p>
                          <a:r>
                            <a:rPr lang="it-IT" dirty="0">
                              <a:solidFill>
                                <a:srgbClr val="C00000"/>
                              </a:solidFill>
                            </a:rPr>
                            <a:t>10.0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50.0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255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0.00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0.00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0.00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267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10851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Unf.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304805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ella 5">
                <a:extLst>
                  <a:ext uri="{FF2B5EF4-FFF2-40B4-BE49-F238E27FC236}">
                    <a16:creationId xmlns:a16="http://schemas.microsoft.com/office/drawing/2014/main" id="{D4C3A03F-58D1-AF43-0545-D0363CF4814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23940408"/>
                  </p:ext>
                </p:extLst>
              </p:nvPr>
            </p:nvGraphicFramePr>
            <p:xfrm>
              <a:off x="3728851" y="2194560"/>
              <a:ext cx="8326314" cy="24688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5146">
                      <a:extLst>
                        <a:ext uri="{9D8B030D-6E8A-4147-A177-3AD203B41FA5}">
                          <a16:colId xmlns:a16="http://schemas.microsoft.com/office/drawing/2014/main" val="2222757825"/>
                        </a:ext>
                      </a:extLst>
                    </a:gridCol>
                    <a:gridCol w="925146">
                      <a:extLst>
                        <a:ext uri="{9D8B030D-6E8A-4147-A177-3AD203B41FA5}">
                          <a16:colId xmlns:a16="http://schemas.microsoft.com/office/drawing/2014/main" val="1359600966"/>
                        </a:ext>
                      </a:extLst>
                    </a:gridCol>
                    <a:gridCol w="925146">
                      <a:extLst>
                        <a:ext uri="{9D8B030D-6E8A-4147-A177-3AD203B41FA5}">
                          <a16:colId xmlns:a16="http://schemas.microsoft.com/office/drawing/2014/main" val="878015369"/>
                        </a:ext>
                      </a:extLst>
                    </a:gridCol>
                    <a:gridCol w="925146">
                      <a:extLst>
                        <a:ext uri="{9D8B030D-6E8A-4147-A177-3AD203B41FA5}">
                          <a16:colId xmlns:a16="http://schemas.microsoft.com/office/drawing/2014/main" val="3969812995"/>
                        </a:ext>
                      </a:extLst>
                    </a:gridCol>
                    <a:gridCol w="925146">
                      <a:extLst>
                        <a:ext uri="{9D8B030D-6E8A-4147-A177-3AD203B41FA5}">
                          <a16:colId xmlns:a16="http://schemas.microsoft.com/office/drawing/2014/main" val="3243997100"/>
                        </a:ext>
                      </a:extLst>
                    </a:gridCol>
                    <a:gridCol w="925146">
                      <a:extLst>
                        <a:ext uri="{9D8B030D-6E8A-4147-A177-3AD203B41FA5}">
                          <a16:colId xmlns:a16="http://schemas.microsoft.com/office/drawing/2014/main" val="2476382479"/>
                        </a:ext>
                      </a:extLst>
                    </a:gridCol>
                    <a:gridCol w="925146">
                      <a:extLst>
                        <a:ext uri="{9D8B030D-6E8A-4147-A177-3AD203B41FA5}">
                          <a16:colId xmlns:a16="http://schemas.microsoft.com/office/drawing/2014/main" val="3792425450"/>
                        </a:ext>
                      </a:extLst>
                    </a:gridCol>
                    <a:gridCol w="925146">
                      <a:extLst>
                        <a:ext uri="{9D8B030D-6E8A-4147-A177-3AD203B41FA5}">
                          <a16:colId xmlns:a16="http://schemas.microsoft.com/office/drawing/2014/main" val="3573976563"/>
                        </a:ext>
                      </a:extLst>
                    </a:gridCol>
                    <a:gridCol w="925146">
                      <a:extLst>
                        <a:ext uri="{9D8B030D-6E8A-4147-A177-3AD203B41FA5}">
                          <a16:colId xmlns:a16="http://schemas.microsoft.com/office/drawing/2014/main" val="312948334"/>
                        </a:ext>
                      </a:extLst>
                    </a:gridCol>
                  </a:tblGrid>
                  <a:tr h="640080"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>
                        <a:blipFill>
                          <a:blip r:embed="rId3"/>
                          <a:stretch>
                            <a:fillRect l="-658" t="-4762" r="-801974" b="-3009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>
                        <a:blipFill>
                          <a:blip r:embed="rId3"/>
                          <a:stretch>
                            <a:fillRect l="-100658" t="-4762" r="-701974" b="-3009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l-GR" dirty="0"/>
                            <a:t>λ</a:t>
                          </a:r>
                        </a:p>
                        <a:p>
                          <a:pPr algn="ctr"/>
                          <a:endParaRPr lang="it-IT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>
                        <a:blipFill>
                          <a:blip r:embed="rId3"/>
                          <a:stretch>
                            <a:fillRect l="-300658" t="-4762" r="-501974" b="-3009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>
                        <a:blipFill>
                          <a:blip r:embed="rId3"/>
                          <a:stretch>
                            <a:fillRect l="-403311" t="-4762" r="-405298" b="-3009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>
                        <a:blipFill>
                          <a:blip r:embed="rId3"/>
                          <a:stretch>
                            <a:fillRect l="-500000" t="-4762" r="-302632" b="-3009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>
                        <a:blipFill>
                          <a:blip r:embed="rId3"/>
                          <a:stretch>
                            <a:fillRect l="-600000" t="-4762" r="-202632" b="-3009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i="1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it-IT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49161222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39.67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20.33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166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0.00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0.00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0.00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0.00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6890.5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>
                              <a:solidFill>
                                <a:srgbClr val="0070C0"/>
                              </a:solidFill>
                            </a:rPr>
                            <a:t>Opt.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47530641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15.00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45.00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18.00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222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0.00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0.00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0.00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9628.5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Left ext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73408966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100.0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>
                              <a:solidFill>
                                <a:srgbClr val="C00000"/>
                              </a:solidFill>
                            </a:rPr>
                            <a:t>-40.00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528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0.00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543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0.00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0.00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23271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Unf.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54039565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52.50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7.50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127.5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0.00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0.00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115.5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0.00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7631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Left ext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63167244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it-IT" dirty="0">
                              <a:solidFill>
                                <a:srgbClr val="C00000"/>
                              </a:solidFill>
                            </a:rPr>
                            <a:t>10.0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50.0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255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0.00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0.00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0.00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267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10851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Unf.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3048050"/>
                      </a:ext>
                    </a:extLst>
                  </a:tr>
                </a:tbl>
              </a:graphicData>
            </a:graphic>
          </p:graphicFrame>
        </mc:Fallback>
      </mc:AlternateContent>
      <p:cxnSp>
        <p:nvCxnSpPr>
          <p:cNvPr id="7" name="Connettore 2 6">
            <a:extLst>
              <a:ext uri="{FF2B5EF4-FFF2-40B4-BE49-F238E27FC236}">
                <a16:creationId xmlns:a16="http://schemas.microsoft.com/office/drawing/2014/main" id="{7CC232DD-7426-052A-7452-9C4D2334EA5E}"/>
              </a:ext>
            </a:extLst>
          </p:cNvPr>
          <p:cNvCxnSpPr/>
          <p:nvPr/>
        </p:nvCxnSpPr>
        <p:spPr>
          <a:xfrm>
            <a:off x="2723641" y="3065929"/>
            <a:ext cx="61450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195098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69F1879-F23F-3EF0-76B8-0F9A787266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031" y="180043"/>
            <a:ext cx="11226579" cy="5946375"/>
          </a:xfrm>
        </p:spPr>
        <p:txBody>
          <a:bodyPr/>
          <a:lstStyle/>
          <a:p>
            <a:pPr marL="0" indent="0">
              <a:buNone/>
            </a:pPr>
            <a:r>
              <a:rPr lang="it-IT" sz="2000" dirty="0">
                <a:solidFill>
                  <a:srgbClr val="0070C0"/>
                </a:solidFill>
              </a:rPr>
              <a:t>GRAPHICALLY: (for Pe=60)			 	    	  </a:t>
            </a:r>
            <a:r>
              <a:rPr lang="it-IT" sz="1800" dirty="0"/>
              <a:t>for Pe increasing, cost rate shift</a:t>
            </a:r>
          </a:p>
          <a:p>
            <a:pPr marL="0" indent="0">
              <a:buNone/>
            </a:pPr>
            <a:endParaRPr lang="it-IT" sz="1800" dirty="0"/>
          </a:p>
          <a:p>
            <a:pPr marL="0" indent="0">
              <a:buNone/>
            </a:pPr>
            <a:endParaRPr lang="it-IT" sz="1800" dirty="0"/>
          </a:p>
          <a:p>
            <a:pPr marL="0" indent="0">
              <a:buNone/>
            </a:pPr>
            <a:endParaRPr lang="it-IT" sz="1800" dirty="0"/>
          </a:p>
          <a:p>
            <a:pPr marL="0" indent="0">
              <a:buNone/>
            </a:pPr>
            <a:endParaRPr lang="it-IT" sz="1800" dirty="0"/>
          </a:p>
          <a:p>
            <a:pPr marL="0" indent="0">
              <a:buNone/>
            </a:pPr>
            <a:endParaRPr lang="it-IT" sz="1800" dirty="0"/>
          </a:p>
          <a:p>
            <a:pPr marL="0" indent="0">
              <a:buNone/>
            </a:pPr>
            <a:endParaRPr lang="it-IT" sz="1800" dirty="0"/>
          </a:p>
          <a:p>
            <a:pPr marL="0" indent="0">
              <a:buNone/>
            </a:pPr>
            <a:endParaRPr lang="it-IT" sz="1800" dirty="0"/>
          </a:p>
          <a:p>
            <a:pPr marL="0" indent="0">
              <a:buNone/>
            </a:pPr>
            <a:endParaRPr lang="it-IT" sz="1800" dirty="0"/>
          </a:p>
          <a:p>
            <a:pPr marL="0" indent="0">
              <a:buNone/>
            </a:pPr>
            <a:r>
              <a:rPr lang="it-IT" sz="1800" dirty="0"/>
              <a:t>    Summing up all the results: </a:t>
            </a:r>
          </a:p>
          <a:p>
            <a:pPr marL="0" indent="0">
              <a:buNone/>
            </a:pPr>
            <a:r>
              <a:rPr lang="it-IT" sz="1800" dirty="0"/>
              <a:t>									</a:t>
            </a:r>
          </a:p>
          <a:p>
            <a:pPr marL="0" indent="0">
              <a:buNone/>
            </a:pPr>
            <a:r>
              <a:rPr lang="it-IT" sz="1800" dirty="0"/>
              <a:t>									Let’s simulate on Modelica, </a:t>
            </a:r>
          </a:p>
          <a:p>
            <a:pPr marL="0" indent="0">
              <a:buNone/>
            </a:pPr>
            <a:r>
              <a:rPr lang="it-IT" sz="1800" dirty="0"/>
              <a:t>									using same controllers:										</a:t>
            </a:r>
          </a:p>
          <a:p>
            <a:pPr marL="0" indent="0">
              <a:buNone/>
            </a:pPr>
            <a:endParaRPr lang="it-IT" sz="1800" dirty="0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02926F6E-3793-3564-27EF-A22B3222E33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115" y="576887"/>
            <a:ext cx="3930221" cy="2947459"/>
          </a:xfrm>
          <a:prstGeom prst="rect">
            <a:avLst/>
          </a:prstGeom>
        </p:spPr>
      </p:pic>
      <p:pic>
        <p:nvPicPr>
          <p:cNvPr id="8" name="Immagine 7" descr="Immagine che contiene testo, linea, diagramma, Diagramma&#10;&#10;Descrizione generata automaticamente">
            <a:extLst>
              <a:ext uri="{FF2B5EF4-FFF2-40B4-BE49-F238E27FC236}">
                <a16:creationId xmlns:a16="http://schemas.microsoft.com/office/drawing/2014/main" id="{D6EE4908-4C4C-B6A7-D6D9-6BC354B1FA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017" y="557434"/>
            <a:ext cx="4261119" cy="319583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Tabella 9">
                <a:extLst>
                  <a:ext uri="{FF2B5EF4-FFF2-40B4-BE49-F238E27FC236}">
                    <a16:creationId xmlns:a16="http://schemas.microsoft.com/office/drawing/2014/main" id="{C8E4C4C2-27A6-EA2B-475A-F752F0DDF4E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87600596"/>
                  </p:ext>
                </p:extLst>
              </p:nvPr>
            </p:nvGraphicFramePr>
            <p:xfrm>
              <a:off x="384886" y="3982201"/>
              <a:ext cx="7859383" cy="2662113"/>
            </p:xfrm>
            <a:graphic>
              <a:graphicData uri="http://schemas.openxmlformats.org/drawingml/2006/table">
                <a:tbl>
                  <a:tblPr firstRow="1" bandRow="1">
                    <a:tableStyleId>{93296810-A885-4BE3-A3E7-6D5BEEA58F35}</a:tableStyleId>
                  </a:tblPr>
                  <a:tblGrid>
                    <a:gridCol w="726361">
                      <a:extLst>
                        <a:ext uri="{9D8B030D-6E8A-4147-A177-3AD203B41FA5}">
                          <a16:colId xmlns:a16="http://schemas.microsoft.com/office/drawing/2014/main" val="2950919157"/>
                        </a:ext>
                      </a:extLst>
                    </a:gridCol>
                    <a:gridCol w="1157638">
                      <a:extLst>
                        <a:ext uri="{9D8B030D-6E8A-4147-A177-3AD203B41FA5}">
                          <a16:colId xmlns:a16="http://schemas.microsoft.com/office/drawing/2014/main" val="1585477202"/>
                        </a:ext>
                      </a:extLst>
                    </a:gridCol>
                    <a:gridCol w="1129553">
                      <a:extLst>
                        <a:ext uri="{9D8B030D-6E8A-4147-A177-3AD203B41FA5}">
                          <a16:colId xmlns:a16="http://schemas.microsoft.com/office/drawing/2014/main" val="4022532748"/>
                        </a:ext>
                      </a:extLst>
                    </a:gridCol>
                    <a:gridCol w="1295807">
                      <a:extLst>
                        <a:ext uri="{9D8B030D-6E8A-4147-A177-3AD203B41FA5}">
                          <a16:colId xmlns:a16="http://schemas.microsoft.com/office/drawing/2014/main" val="1054602971"/>
                        </a:ext>
                      </a:extLst>
                    </a:gridCol>
                    <a:gridCol w="1163782">
                      <a:extLst>
                        <a:ext uri="{9D8B030D-6E8A-4147-A177-3AD203B41FA5}">
                          <a16:colId xmlns:a16="http://schemas.microsoft.com/office/drawing/2014/main" val="374100761"/>
                        </a:ext>
                      </a:extLst>
                    </a:gridCol>
                    <a:gridCol w="1178451">
                      <a:extLst>
                        <a:ext uri="{9D8B030D-6E8A-4147-A177-3AD203B41FA5}">
                          <a16:colId xmlns:a16="http://schemas.microsoft.com/office/drawing/2014/main" val="1474323710"/>
                        </a:ext>
                      </a:extLst>
                    </a:gridCol>
                    <a:gridCol w="1207791">
                      <a:extLst>
                        <a:ext uri="{9D8B030D-6E8A-4147-A177-3AD203B41FA5}">
                          <a16:colId xmlns:a16="http://schemas.microsoft.com/office/drawing/2014/main" val="1674114647"/>
                        </a:ext>
                      </a:extLst>
                    </a:gridCol>
                  </a:tblGrid>
                  <a:tr h="467553">
                    <a:tc>
                      <a:txBody>
                        <a:bodyPr/>
                        <a:lstStyle/>
                        <a:p>
                          <a:endParaRPr lang="it-IT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it-IT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it-IT" b="1" smtClean="0">
                                        <a:latin typeface="Cambria Math" panose="02040503050406030204" pitchFamily="18" charset="0"/>
                                      </a:rPr>
                                      <m:t>𝑷</m:t>
                                    </m:r>
                                  </m:e>
                                  <m:sub>
                                    <m:r>
                                      <a:rPr lang="it-IT" b="1" smtClean="0">
                                        <a:latin typeface="Cambria Math" panose="02040503050406030204" pitchFamily="18" charset="0"/>
                                      </a:rPr>
                                      <m:t>𝒈</m:t>
                                    </m:r>
                                    <m:r>
                                      <a:rPr lang="it-IT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it-IT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tBias1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it-IT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it-IT" b="1" smtClean="0">
                                        <a:latin typeface="Cambria Math" panose="02040503050406030204" pitchFamily="18" charset="0"/>
                                      </a:rPr>
                                      <m:t>𝑷</m:t>
                                    </m:r>
                                  </m:e>
                                  <m:sub>
                                    <m:r>
                                      <a:rPr lang="it-IT" b="1" smtClean="0">
                                        <a:latin typeface="Cambria Math" panose="02040503050406030204" pitchFamily="18" charset="0"/>
                                      </a:rPr>
                                      <m:t>𝒈</m:t>
                                    </m:r>
                                    <m:r>
                                      <a:rPr lang="it-IT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it-IT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tBias2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Cost rate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combinat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32555378"/>
                      </a:ext>
                    </a:extLst>
                  </a:tr>
                  <a:tr h="353660">
                    <a:tc>
                      <a:txBody>
                        <a:bodyPr/>
                        <a:lstStyle/>
                        <a:p>
                          <a:r>
                            <a:rPr lang="it-IT" b="1" dirty="0"/>
                            <a:t>S1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60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0.6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1838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G1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14748982"/>
                      </a:ext>
                    </a:extLst>
                  </a:tr>
                  <a:tr h="353660">
                    <a:tc>
                      <a:txBody>
                        <a:bodyPr/>
                        <a:lstStyle/>
                        <a:p>
                          <a:r>
                            <a:rPr lang="it-IT" b="1" dirty="0"/>
                            <a:t>S2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70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0.7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938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G1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00221521"/>
                      </a:ext>
                    </a:extLst>
                  </a:tr>
                  <a:tr h="353660">
                    <a:tc>
                      <a:txBody>
                        <a:bodyPr/>
                        <a:lstStyle/>
                        <a:p>
                          <a:r>
                            <a:rPr lang="it-IT" b="1" dirty="0"/>
                            <a:t>S3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79.67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0.8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40.33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0.81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530.5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G1+G2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41568808"/>
                      </a:ext>
                    </a:extLst>
                  </a:tr>
                  <a:tr h="353660">
                    <a:tc>
                      <a:txBody>
                        <a:bodyPr/>
                        <a:lstStyle/>
                        <a:p>
                          <a:r>
                            <a:rPr lang="it-IT" b="1" dirty="0"/>
                            <a:t>S4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79.67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0.8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40.33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0.81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530.5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G1+G2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22790547"/>
                      </a:ext>
                    </a:extLst>
                  </a:tr>
                  <a:tr h="353660">
                    <a:tc>
                      <a:txBody>
                        <a:bodyPr/>
                        <a:lstStyle/>
                        <a:p>
                          <a:r>
                            <a:rPr lang="it-IT" b="1" dirty="0"/>
                            <a:t>S5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73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0.73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37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0.74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1090.5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G1+G2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32413234"/>
                      </a:ext>
                    </a:extLst>
                  </a:tr>
                  <a:tr h="353660">
                    <a:tc>
                      <a:txBody>
                        <a:bodyPr/>
                        <a:lstStyle/>
                        <a:p>
                          <a:r>
                            <a:rPr lang="it-IT" b="1" dirty="0"/>
                            <a:t>S6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60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0.6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1838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G1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5911682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Tabella 9">
                <a:extLst>
                  <a:ext uri="{FF2B5EF4-FFF2-40B4-BE49-F238E27FC236}">
                    <a16:creationId xmlns:a16="http://schemas.microsoft.com/office/drawing/2014/main" id="{C8E4C4C2-27A6-EA2B-475A-F752F0DDF4E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87600596"/>
                  </p:ext>
                </p:extLst>
              </p:nvPr>
            </p:nvGraphicFramePr>
            <p:xfrm>
              <a:off x="384886" y="3982201"/>
              <a:ext cx="7859383" cy="2662113"/>
            </p:xfrm>
            <a:graphic>
              <a:graphicData uri="http://schemas.openxmlformats.org/drawingml/2006/table">
                <a:tbl>
                  <a:tblPr firstRow="1" bandRow="1">
                    <a:tableStyleId>{93296810-A885-4BE3-A3E7-6D5BEEA58F35}</a:tableStyleId>
                  </a:tblPr>
                  <a:tblGrid>
                    <a:gridCol w="726361">
                      <a:extLst>
                        <a:ext uri="{9D8B030D-6E8A-4147-A177-3AD203B41FA5}">
                          <a16:colId xmlns:a16="http://schemas.microsoft.com/office/drawing/2014/main" val="2950919157"/>
                        </a:ext>
                      </a:extLst>
                    </a:gridCol>
                    <a:gridCol w="1157638">
                      <a:extLst>
                        <a:ext uri="{9D8B030D-6E8A-4147-A177-3AD203B41FA5}">
                          <a16:colId xmlns:a16="http://schemas.microsoft.com/office/drawing/2014/main" val="1585477202"/>
                        </a:ext>
                      </a:extLst>
                    </a:gridCol>
                    <a:gridCol w="1129553">
                      <a:extLst>
                        <a:ext uri="{9D8B030D-6E8A-4147-A177-3AD203B41FA5}">
                          <a16:colId xmlns:a16="http://schemas.microsoft.com/office/drawing/2014/main" val="4022532748"/>
                        </a:ext>
                      </a:extLst>
                    </a:gridCol>
                    <a:gridCol w="1295807">
                      <a:extLst>
                        <a:ext uri="{9D8B030D-6E8A-4147-A177-3AD203B41FA5}">
                          <a16:colId xmlns:a16="http://schemas.microsoft.com/office/drawing/2014/main" val="1054602971"/>
                        </a:ext>
                      </a:extLst>
                    </a:gridCol>
                    <a:gridCol w="1163782">
                      <a:extLst>
                        <a:ext uri="{9D8B030D-6E8A-4147-A177-3AD203B41FA5}">
                          <a16:colId xmlns:a16="http://schemas.microsoft.com/office/drawing/2014/main" val="374100761"/>
                        </a:ext>
                      </a:extLst>
                    </a:gridCol>
                    <a:gridCol w="1178451">
                      <a:extLst>
                        <a:ext uri="{9D8B030D-6E8A-4147-A177-3AD203B41FA5}">
                          <a16:colId xmlns:a16="http://schemas.microsoft.com/office/drawing/2014/main" val="1474323710"/>
                        </a:ext>
                      </a:extLst>
                    </a:gridCol>
                    <a:gridCol w="1207791">
                      <a:extLst>
                        <a:ext uri="{9D8B030D-6E8A-4147-A177-3AD203B41FA5}">
                          <a16:colId xmlns:a16="http://schemas.microsoft.com/office/drawing/2014/main" val="1674114647"/>
                        </a:ext>
                      </a:extLst>
                    </a:gridCol>
                  </a:tblGrid>
                  <a:tr h="467553">
                    <a:tc>
                      <a:txBody>
                        <a:bodyPr/>
                        <a:lstStyle/>
                        <a:p>
                          <a:endParaRPr lang="it-IT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>
                        <a:blipFill>
                          <a:blip r:embed="rId4"/>
                          <a:stretch>
                            <a:fillRect l="-63158" t="-6494" r="-518421" b="-48831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tBias1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>
                        <a:blipFill>
                          <a:blip r:embed="rId4"/>
                          <a:stretch>
                            <a:fillRect l="-233962" t="-6494" r="-276887" b="-48831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tBias2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Cost rate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combinat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32555378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it-IT" b="1" dirty="0"/>
                            <a:t>S1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60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0.6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1838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G1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14748982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it-IT" b="1" dirty="0"/>
                            <a:t>S2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70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0.7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938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G1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00221521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it-IT" b="1" dirty="0"/>
                            <a:t>S3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79.67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0.8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40.33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0.81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530.5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G1+G2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41568808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it-IT" b="1" dirty="0"/>
                            <a:t>S4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79.67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0.8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40.33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0.81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530.5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G1+G2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22790547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it-IT" b="1" dirty="0"/>
                            <a:t>S5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73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0.73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37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0.74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1090.5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G1+G2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32413234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it-IT" b="1" dirty="0"/>
                            <a:t>S6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60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0.6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1838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G1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59116826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6163508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Segnaposto contenuto 4" descr="Immagine che contiene testo, schermata, diagramma, linea&#10;&#10;Descrizione generata automaticamente">
            <a:extLst>
              <a:ext uri="{FF2B5EF4-FFF2-40B4-BE49-F238E27FC236}">
                <a16:creationId xmlns:a16="http://schemas.microsoft.com/office/drawing/2014/main" id="{11D0ADFC-4417-7FA6-76E8-FEB47BB1900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547" y="183392"/>
            <a:ext cx="6018948" cy="3318748"/>
          </a:xfrm>
        </p:spPr>
      </p:pic>
      <p:pic>
        <p:nvPicPr>
          <p:cNvPr id="7" name="Immagine 6" descr="Immagine che contiene testo, diagramma, linea, Diagramma&#10;&#10;Descrizione generata automaticamente">
            <a:extLst>
              <a:ext uri="{FF2B5EF4-FFF2-40B4-BE49-F238E27FC236}">
                <a16:creationId xmlns:a16="http://schemas.microsoft.com/office/drawing/2014/main" id="{F4A782C4-D73C-778C-B9BF-D3E2B766B37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8347" y="266276"/>
            <a:ext cx="4938507" cy="3307784"/>
          </a:xfrm>
          <a:prstGeom prst="rect">
            <a:avLst/>
          </a:prstGeom>
        </p:spPr>
      </p:pic>
      <p:pic>
        <p:nvPicPr>
          <p:cNvPr id="9" name="Immagine 8" descr="Immagine che contiene linea, testo, diagramma, Diagramma&#10;&#10;Descrizione generata automaticamente">
            <a:extLst>
              <a:ext uri="{FF2B5EF4-FFF2-40B4-BE49-F238E27FC236}">
                <a16:creationId xmlns:a16="http://schemas.microsoft.com/office/drawing/2014/main" id="{B16AC592-18C1-8344-D953-908050ED154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954" y="3692594"/>
            <a:ext cx="4660718" cy="3060000"/>
          </a:xfrm>
          <a:prstGeom prst="rect">
            <a:avLst/>
          </a:prstGeom>
        </p:spPr>
      </p:pic>
      <p:pic>
        <p:nvPicPr>
          <p:cNvPr id="11" name="Immagine 10" descr="Immagine che contiene diagramma, testo, linea, Diagramma&#10;&#10;Descrizione generata automaticamente">
            <a:extLst>
              <a:ext uri="{FF2B5EF4-FFF2-40B4-BE49-F238E27FC236}">
                <a16:creationId xmlns:a16="http://schemas.microsoft.com/office/drawing/2014/main" id="{04D7897D-96E8-3BE0-B73E-580E66A03BB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9024" y="3692594"/>
            <a:ext cx="4604054" cy="3060000"/>
          </a:xfrm>
          <a:prstGeom prst="rect">
            <a:avLst/>
          </a:prstGeom>
        </p:spPr>
      </p:pic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1F761FA9-619A-D678-5FF8-3576F4A0329D}"/>
              </a:ext>
            </a:extLst>
          </p:cNvPr>
          <p:cNvSpPr txBox="1"/>
          <p:nvPr/>
        </p:nvSpPr>
        <p:spPr>
          <a:xfrm>
            <a:off x="7353766" y="2547438"/>
            <a:ext cx="4030134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it-IT" dirty="0"/>
              <a:t>Some overdump due to intial set up dynamic and generators pool switching</a:t>
            </a: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A9C4F4AE-C599-486D-68A8-10BD4EE76706}"/>
              </a:ext>
            </a:extLst>
          </p:cNvPr>
          <p:cNvSpPr txBox="1"/>
          <p:nvPr/>
        </p:nvSpPr>
        <p:spPr>
          <a:xfrm>
            <a:off x="7667301" y="524675"/>
            <a:ext cx="1570299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it-IT" sz="1600" b="1" dirty="0">
                <a:solidFill>
                  <a:srgbClr val="0070C0"/>
                </a:solidFill>
              </a:rPr>
              <a:t>Frequency error</a:t>
            </a: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4FB29D93-6AE1-5070-774E-F34B196A42F2}"/>
              </a:ext>
            </a:extLst>
          </p:cNvPr>
          <p:cNvSpPr txBox="1"/>
          <p:nvPr/>
        </p:nvSpPr>
        <p:spPr>
          <a:xfrm>
            <a:off x="2420595" y="3881001"/>
            <a:ext cx="1690852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it-IT" sz="1600" dirty="0">
                <a:solidFill>
                  <a:srgbClr val="0070C0"/>
                </a:solidFill>
              </a:rPr>
              <a:t>Primary control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6C4E6B44-EC7D-5C0D-8A74-E8A42CBB21D6}"/>
              </a:ext>
            </a:extLst>
          </p:cNvPr>
          <p:cNvSpPr txBox="1"/>
          <p:nvPr/>
        </p:nvSpPr>
        <p:spPr>
          <a:xfrm>
            <a:off x="7736425" y="4188057"/>
            <a:ext cx="1766390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it-IT" sz="1600" dirty="0">
                <a:solidFill>
                  <a:srgbClr val="0070C0"/>
                </a:solidFill>
              </a:rPr>
              <a:t>Secondary control</a:t>
            </a:r>
          </a:p>
        </p:txBody>
      </p:sp>
    </p:spTree>
    <p:extLst>
      <p:ext uri="{BB962C8B-B14F-4D97-AF65-F5344CB8AC3E}">
        <p14:creationId xmlns:p14="http://schemas.microsoft.com/office/powerpoint/2010/main" val="13766246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E83D387-510E-F353-C4BF-9013A7B78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466" y="153459"/>
            <a:ext cx="10515600" cy="676275"/>
          </a:xfrm>
        </p:spPr>
        <p:txBody>
          <a:bodyPr>
            <a:normAutofit/>
          </a:bodyPr>
          <a:lstStyle/>
          <a:p>
            <a:r>
              <a:rPr lang="it-IT" sz="3200" b="1" dirty="0">
                <a:solidFill>
                  <a:srgbClr val="C00000"/>
                </a:solidFill>
              </a:rPr>
              <a:t>Configuration B, Control		</a:t>
            </a:r>
          </a:p>
        </p:txBody>
      </p:sp>
      <p:pic>
        <p:nvPicPr>
          <p:cNvPr id="4" name="Segnaposto contenuto 3">
            <a:extLst>
              <a:ext uri="{FF2B5EF4-FFF2-40B4-BE49-F238E27FC236}">
                <a16:creationId xmlns:a16="http://schemas.microsoft.com/office/drawing/2014/main" id="{81700FC1-ED85-7B73-1DD4-4A32F0C6C03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3124" y="829734"/>
            <a:ext cx="4249280" cy="2341067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CasellaDiTesto 4">
                <a:extLst>
                  <a:ext uri="{FF2B5EF4-FFF2-40B4-BE49-F238E27FC236}">
                    <a16:creationId xmlns:a16="http://schemas.microsoft.com/office/drawing/2014/main" id="{91DA1E1A-6D03-F912-B285-928016502E28}"/>
                  </a:ext>
                </a:extLst>
              </p:cNvPr>
              <p:cNvSpPr txBox="1"/>
              <p:nvPr/>
            </p:nvSpPr>
            <p:spPr>
              <a:xfrm>
                <a:off x="5039144" y="672587"/>
                <a:ext cx="6019800" cy="28171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it-IT" i="1" kern="100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it-IT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en-US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6</m:t>
                            </m:r>
                          </m:sup>
                        </m:sSup>
                      </m:num>
                      <m:den>
                        <m:sSub>
                          <m:sSubPr>
                            <m:ctrlPr>
                              <a:rPr lang="it-IT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(</m:t>
                            </m:r>
                            <m:r>
                              <a:rPr lang="it-IT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𝐽</m:t>
                            </m:r>
                          </m:e>
                          <m:sub>
                            <m:r>
                              <a:rPr lang="en-US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it-IT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it-IT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𝐽</m:t>
                            </m:r>
                          </m:e>
                          <m:sub>
                            <m:r>
                              <a:rPr lang="en-US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it-IT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𝐽</m:t>
                            </m:r>
                          </m:e>
                          <m:sub>
                            <m:r>
                              <a:rPr lang="en-US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)∗</m:t>
                        </m:r>
                        <m:sSubSup>
                          <m:sSubSupPr>
                            <m:ctrlPr>
                              <a:rPr lang="it-IT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SupPr>
                          <m:e>
                            <m:r>
                              <a:rPr lang="it-IT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US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bSup>
                      </m:den>
                    </m:f>
                  </m:oMath>
                </a14:m>
                <a:r>
                  <a:rPr lang="en-US" kern="1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it-IT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it-IT" b="0" i="1" kern="100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3947.8</m:t>
                        </m:r>
                      </m:den>
                    </m:f>
                  </m:oMath>
                </a14:m>
                <a:r>
                  <a:rPr lang="en-US" kern="1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 </a:t>
                </a:r>
                <a:r>
                  <a:rPr lang="en-US" sz="1600" kern="1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, (again, assume overall inertia as sum)</a:t>
                </a:r>
              </a:p>
              <a:p>
                <a:endParaRPr lang="en-US" sz="1600" kern="1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r>
                  <a:rPr lang="en-US" sz="1600" b="1" dirty="0">
                    <a:solidFill>
                      <a:srgbClr val="0070C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</a:rPr>
                  <a:t>β</a:t>
                </a:r>
                <a:r>
                  <a:rPr lang="en-US" sz="1600" b="1" baseline="-25000" dirty="0">
                    <a:solidFill>
                      <a:srgbClr val="0070C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1</a:t>
                </a:r>
                <a:r>
                  <a:rPr lang="en-US" sz="1600" b="1" dirty="0">
                    <a:solidFill>
                      <a:srgbClr val="0070C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= </a:t>
                </a:r>
                <a:r>
                  <a:rPr lang="en-US" sz="1600" b="1" dirty="0">
                    <a:solidFill>
                      <a:srgbClr val="0070C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</a:rPr>
                  <a:t>β</a:t>
                </a:r>
                <a:r>
                  <a:rPr lang="en-US" sz="1600" b="1" baseline="-25000" dirty="0">
                    <a:solidFill>
                      <a:srgbClr val="0070C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</a:rPr>
                  <a:t>3</a:t>
                </a:r>
                <a:r>
                  <a:rPr lang="en-US" sz="1600" b="1" dirty="0">
                    <a:solidFill>
                      <a:srgbClr val="0070C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</a:rPr>
                  <a:t> =</a:t>
                </a:r>
                <a:r>
                  <a:rPr lang="en-US" sz="1600" b="1" dirty="0">
                    <a:solidFill>
                      <a:srgbClr val="0070C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0.4</a:t>
                </a:r>
                <a:r>
                  <a:rPr lang="en-US" sz="16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, </a:t>
                </a:r>
                <a:r>
                  <a:rPr lang="en-US" sz="1600" b="1" dirty="0">
                    <a:solidFill>
                      <a:srgbClr val="0070C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</a:rPr>
                  <a:t>β</a:t>
                </a:r>
                <a:r>
                  <a:rPr lang="en-US" sz="1600" b="1" baseline="-25000" dirty="0">
                    <a:solidFill>
                      <a:srgbClr val="0070C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</a:rPr>
                  <a:t>2</a:t>
                </a:r>
                <a:r>
                  <a:rPr lang="en-US" sz="1600" b="1" dirty="0">
                    <a:solidFill>
                      <a:srgbClr val="0070C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</a:rPr>
                  <a:t>=0.2</a:t>
                </a:r>
                <a:r>
                  <a:rPr lang="en-US" sz="1600" kern="1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 (given secondary partition policy)</a:t>
                </a:r>
              </a:p>
              <a:p>
                <a:endParaRPr lang="en-US" sz="1600" kern="1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endParaRPr lang="en-US" sz="16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r>
                  <a:rPr lang="en-US" sz="1600" kern="100" dirty="0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We tune the controller as done for the previous network (G1+G2 control), </a:t>
                </a:r>
                <a:r>
                  <a:rPr lang="en-US" sz="16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equaling the coefficients of the parametric L(s) and the desired one (kept the same as the previous point) we get the following solutions</a:t>
                </a:r>
                <a:r>
                  <a:rPr lang="en-US" sz="1600" kern="100" dirty="0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endParaRPr lang="it-IT" sz="16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endParaRPr lang="it-IT" dirty="0"/>
              </a:p>
            </p:txBody>
          </p:sp>
        </mc:Choice>
        <mc:Fallback>
          <p:sp>
            <p:nvSpPr>
              <p:cNvPr id="5" name="CasellaDiTesto 4">
                <a:extLst>
                  <a:ext uri="{FF2B5EF4-FFF2-40B4-BE49-F238E27FC236}">
                    <a16:creationId xmlns:a16="http://schemas.microsoft.com/office/drawing/2014/main" id="{91DA1E1A-6D03-F912-B285-928016502E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9144" y="672587"/>
                <a:ext cx="6019800" cy="2817118"/>
              </a:xfrm>
              <a:prstGeom prst="rect">
                <a:avLst/>
              </a:prstGeom>
              <a:blipFill>
                <a:blip r:embed="rId3"/>
                <a:stretch>
                  <a:fillRect l="-608" r="-912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Immagine 5">
            <a:extLst>
              <a:ext uri="{FF2B5EF4-FFF2-40B4-BE49-F238E27FC236}">
                <a16:creationId xmlns:a16="http://schemas.microsoft.com/office/drawing/2014/main" id="{5E5C403B-7895-8548-2A67-77F5144310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9144" y="3284895"/>
            <a:ext cx="6793913" cy="2461563"/>
          </a:xfrm>
          <a:prstGeom prst="rect">
            <a:avLst/>
          </a:prstGeom>
        </p:spPr>
      </p:pic>
      <p:sp>
        <p:nvSpPr>
          <p:cNvPr id="7" name="CasellaDiTesto 6">
            <a:extLst>
              <a:ext uri="{FF2B5EF4-FFF2-40B4-BE49-F238E27FC236}">
                <a16:creationId xmlns:a16="http://schemas.microsoft.com/office/drawing/2014/main" id="{C1ACD4FD-AFDE-C710-CC84-303FA0B4F255}"/>
              </a:ext>
            </a:extLst>
          </p:cNvPr>
          <p:cNvSpPr txBox="1"/>
          <p:nvPr/>
        </p:nvSpPr>
        <p:spPr>
          <a:xfrm>
            <a:off x="473978" y="3808602"/>
            <a:ext cx="4131578" cy="28315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kern="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These solutions however produce once again an imbalanced response of the control variable, </a:t>
            </a:r>
          </a:p>
          <a:p>
            <a:r>
              <a:rPr lang="en-US" sz="1600" kern="0" dirty="0">
                <a:solidFill>
                  <a:srgbClr val="000000"/>
                </a:solidFill>
                <a:latin typeface="Calibri" panose="020F0502020204030204" pitchFamily="34" charset="0"/>
              </a:rPr>
              <a:t>Modify those gains by some magic and tons of errors..</a:t>
            </a:r>
            <a:r>
              <a:rPr lang="en-US" sz="1800" kern="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 </a:t>
            </a:r>
            <a:r>
              <a:rPr lang="en-US" sz="1600" kern="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to get a better-distributed stress in the network while still fulfilling the requirements</a:t>
            </a:r>
          </a:p>
          <a:p>
            <a:endParaRPr lang="en-US" sz="1600" kern="0" dirty="0">
              <a:solidFill>
                <a:srgbClr val="00000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it-IT" sz="1600" b="1" dirty="0">
                <a:solidFill>
                  <a:srgbClr val="00B050"/>
                </a:solidFill>
              </a:rPr>
              <a:t>Kp1 = 0.520</a:t>
            </a:r>
          </a:p>
          <a:p>
            <a:pPr marL="0" indent="0">
              <a:buNone/>
            </a:pPr>
            <a:r>
              <a:rPr lang="it-IT" sz="1600" b="1" dirty="0">
                <a:solidFill>
                  <a:srgbClr val="00B050"/>
                </a:solidFill>
              </a:rPr>
              <a:t>Kp2 = 0.135</a:t>
            </a:r>
          </a:p>
          <a:p>
            <a:pPr marL="0" indent="0">
              <a:buNone/>
            </a:pPr>
            <a:r>
              <a:rPr lang="it-IT" sz="1600" b="1" dirty="0">
                <a:solidFill>
                  <a:srgbClr val="00B050"/>
                </a:solidFill>
              </a:rPr>
              <a:t>Kp3 = 0.595 </a:t>
            </a:r>
          </a:p>
          <a:p>
            <a:pPr marL="0" indent="0">
              <a:buNone/>
            </a:pPr>
            <a:r>
              <a:rPr lang="it-IT" sz="1600" b="1" dirty="0">
                <a:solidFill>
                  <a:srgbClr val="00B050"/>
                </a:solidFill>
              </a:rPr>
              <a:t>Ks = 0.0129</a:t>
            </a:r>
          </a:p>
          <a:p>
            <a:endParaRPr lang="it-IT" sz="1600" dirty="0"/>
          </a:p>
        </p:txBody>
      </p:sp>
    </p:spTree>
    <p:extLst>
      <p:ext uri="{BB962C8B-B14F-4D97-AF65-F5344CB8AC3E}">
        <p14:creationId xmlns:p14="http://schemas.microsoft.com/office/powerpoint/2010/main" val="30589326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Segnaposto contenuto 4" descr="Immagine che contiene testo, diagramma, schermata, linea&#10;&#10;Descrizione generata automaticamente">
            <a:extLst>
              <a:ext uri="{FF2B5EF4-FFF2-40B4-BE49-F238E27FC236}">
                <a16:creationId xmlns:a16="http://schemas.microsoft.com/office/drawing/2014/main" id="{7E821950-E9BE-AA0D-B259-9305087A330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599" y="323975"/>
            <a:ext cx="4815132" cy="2683453"/>
          </a:xfrm>
        </p:spPr>
      </p:pic>
      <p:pic>
        <p:nvPicPr>
          <p:cNvPr id="7" name="Immagine 6" descr="Immagine che contiene testo, linea, diagramma, Diagramma&#10;&#10;Descrizione generata automaticamente">
            <a:extLst>
              <a:ext uri="{FF2B5EF4-FFF2-40B4-BE49-F238E27FC236}">
                <a16:creationId xmlns:a16="http://schemas.microsoft.com/office/drawing/2014/main" id="{F602E677-F13D-13FC-D842-6B99FF04FE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8962" y="108716"/>
            <a:ext cx="5113518" cy="3113969"/>
          </a:xfrm>
          <a:prstGeom prst="rect">
            <a:avLst/>
          </a:prstGeom>
          <a:ln w="5080">
            <a:solidFill>
              <a:schemeClr val="accent1"/>
            </a:solidFill>
          </a:ln>
        </p:spPr>
      </p:pic>
      <p:pic>
        <p:nvPicPr>
          <p:cNvPr id="9" name="Immagine 8" descr="Immagine che contiene testo, diagramma, Diagramma, linea&#10;&#10;Descrizione generata automaticamente">
            <a:extLst>
              <a:ext uri="{FF2B5EF4-FFF2-40B4-BE49-F238E27FC236}">
                <a16:creationId xmlns:a16="http://schemas.microsoft.com/office/drawing/2014/main" id="{781194D4-056A-FED7-3682-FDEE2DB452A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120" y="3635316"/>
            <a:ext cx="5044011" cy="3060000"/>
          </a:xfrm>
          <a:prstGeom prst="rect">
            <a:avLst/>
          </a:prstGeom>
          <a:ln w="5080">
            <a:solidFill>
              <a:schemeClr val="accent1"/>
            </a:solidFill>
          </a:ln>
        </p:spPr>
      </p:pic>
      <p:pic>
        <p:nvPicPr>
          <p:cNvPr id="13" name="Immagine 12" descr="Immagine che contiene testo, linea, Diagramma, diagramma&#10;&#10;Descrizione generata automaticamente">
            <a:extLst>
              <a:ext uri="{FF2B5EF4-FFF2-40B4-BE49-F238E27FC236}">
                <a16:creationId xmlns:a16="http://schemas.microsoft.com/office/drawing/2014/main" id="{7D0F7DDF-6777-7A39-FCA0-E47E21DC044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3635316"/>
            <a:ext cx="5099443" cy="3060000"/>
          </a:xfrm>
          <a:prstGeom prst="rect">
            <a:avLst/>
          </a:prstGeom>
          <a:ln w="5080">
            <a:solidFill>
              <a:schemeClr val="accent1"/>
            </a:solidFill>
          </a:ln>
        </p:spPr>
      </p:pic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F2F813FA-5E9C-F000-F5FD-634162A0698B}"/>
              </a:ext>
            </a:extLst>
          </p:cNvPr>
          <p:cNvSpPr txBox="1"/>
          <p:nvPr/>
        </p:nvSpPr>
        <p:spPr>
          <a:xfrm>
            <a:off x="1935882" y="3809907"/>
            <a:ext cx="1690852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it-IT" sz="1600" dirty="0">
                <a:solidFill>
                  <a:srgbClr val="0070C0"/>
                </a:solidFill>
              </a:rPr>
              <a:t>Primary control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E755896F-1F45-B764-0FC4-79CBE473436C}"/>
              </a:ext>
            </a:extLst>
          </p:cNvPr>
          <p:cNvSpPr txBox="1"/>
          <p:nvPr/>
        </p:nvSpPr>
        <p:spPr>
          <a:xfrm>
            <a:off x="7802015" y="4508290"/>
            <a:ext cx="1766390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it-IT" sz="1600" dirty="0">
                <a:solidFill>
                  <a:srgbClr val="0070C0"/>
                </a:solidFill>
              </a:rPr>
              <a:t>Secondary control</a:t>
            </a:r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22E3101E-927E-EE05-9CBF-568FEB2C1670}"/>
              </a:ext>
            </a:extLst>
          </p:cNvPr>
          <p:cNvSpPr txBox="1"/>
          <p:nvPr/>
        </p:nvSpPr>
        <p:spPr>
          <a:xfrm>
            <a:off x="6883078" y="158143"/>
            <a:ext cx="1570299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it-IT" sz="1600" b="1" dirty="0">
                <a:solidFill>
                  <a:srgbClr val="0070C0"/>
                </a:solidFill>
              </a:rPr>
              <a:t>Frequency error</a:t>
            </a:r>
          </a:p>
        </p:txBody>
      </p:sp>
    </p:spTree>
    <p:extLst>
      <p:ext uri="{BB962C8B-B14F-4D97-AF65-F5344CB8AC3E}">
        <p14:creationId xmlns:p14="http://schemas.microsoft.com/office/powerpoint/2010/main" val="13529970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387E658-972C-3878-9152-963908EC7C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23713"/>
            <a:ext cx="10515600" cy="1178449"/>
          </a:xfrm>
        </p:spPr>
        <p:txBody>
          <a:bodyPr>
            <a:normAutofit/>
          </a:bodyPr>
          <a:lstStyle/>
          <a:p>
            <a:r>
              <a:rPr lang="it-IT" sz="3200" b="1" dirty="0">
                <a:solidFill>
                  <a:srgbClr val="C00000"/>
                </a:solidFill>
              </a:rPr>
              <a:t>Configuration B, Optimization</a:t>
            </a:r>
            <a:endParaRPr lang="it-IT" sz="32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1EEC79E-E0DC-2E46-2E81-06D13FB33F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1610" y="795487"/>
            <a:ext cx="11767788" cy="5755920"/>
          </a:xfrm>
        </p:spPr>
        <p:txBody>
          <a:bodyPr/>
          <a:lstStyle/>
          <a:p>
            <a:pPr marL="0" indent="0">
              <a:buNone/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(G1,G2,G3 feeding L1+L2*L3*L4)</a:t>
            </a:r>
          </a:p>
          <a:p>
            <a:pPr marL="0" indent="0">
              <a:buNone/>
            </a:pPr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G3: 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</a:t>
            </a:r>
            <a:r>
              <a:rPr lang="en-US" sz="1800" kern="100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g3,min 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= 22.5 MW     P</a:t>
            </a:r>
            <a:r>
              <a:rPr lang="en-US" sz="1800" kern="100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g3,max 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= 150 MW		</a:t>
            </a:r>
            <a:endParaRPr lang="it-IT" dirty="0"/>
          </a:p>
        </p:txBody>
      </p:sp>
      <p:graphicFrame>
        <p:nvGraphicFramePr>
          <p:cNvPr id="4" name="Tabella 4">
            <a:extLst>
              <a:ext uri="{FF2B5EF4-FFF2-40B4-BE49-F238E27FC236}">
                <a16:creationId xmlns:a16="http://schemas.microsoft.com/office/drawing/2014/main" id="{CFFA83B1-99E3-84AA-2020-8C12509592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7678072"/>
              </p:ext>
            </p:extLst>
          </p:nvPr>
        </p:nvGraphicFramePr>
        <p:xfrm>
          <a:off x="4965673" y="795487"/>
          <a:ext cx="6467585" cy="7878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6248">
                  <a:extLst>
                    <a:ext uri="{9D8B030D-6E8A-4147-A177-3AD203B41FA5}">
                      <a16:colId xmlns:a16="http://schemas.microsoft.com/office/drawing/2014/main" val="3946018888"/>
                    </a:ext>
                  </a:extLst>
                </a:gridCol>
                <a:gridCol w="1008960">
                  <a:extLst>
                    <a:ext uri="{9D8B030D-6E8A-4147-A177-3AD203B41FA5}">
                      <a16:colId xmlns:a16="http://schemas.microsoft.com/office/drawing/2014/main" val="988235690"/>
                    </a:ext>
                  </a:extLst>
                </a:gridCol>
                <a:gridCol w="850832">
                  <a:extLst>
                    <a:ext uri="{9D8B030D-6E8A-4147-A177-3AD203B41FA5}">
                      <a16:colId xmlns:a16="http://schemas.microsoft.com/office/drawing/2014/main" val="938482608"/>
                    </a:ext>
                  </a:extLst>
                </a:gridCol>
                <a:gridCol w="943739">
                  <a:extLst>
                    <a:ext uri="{9D8B030D-6E8A-4147-A177-3AD203B41FA5}">
                      <a16:colId xmlns:a16="http://schemas.microsoft.com/office/drawing/2014/main" val="1362428896"/>
                    </a:ext>
                  </a:extLst>
                </a:gridCol>
                <a:gridCol w="1002417">
                  <a:extLst>
                    <a:ext uri="{9D8B030D-6E8A-4147-A177-3AD203B41FA5}">
                      <a16:colId xmlns:a16="http://schemas.microsoft.com/office/drawing/2014/main" val="3634324767"/>
                    </a:ext>
                  </a:extLst>
                </a:gridCol>
                <a:gridCol w="1021977">
                  <a:extLst>
                    <a:ext uri="{9D8B030D-6E8A-4147-A177-3AD203B41FA5}">
                      <a16:colId xmlns:a16="http://schemas.microsoft.com/office/drawing/2014/main" val="2806958689"/>
                    </a:ext>
                  </a:extLst>
                </a:gridCol>
                <a:gridCol w="1033412">
                  <a:extLst>
                    <a:ext uri="{9D8B030D-6E8A-4147-A177-3AD203B41FA5}">
                      <a16:colId xmlns:a16="http://schemas.microsoft.com/office/drawing/2014/main" val="2742857142"/>
                    </a:ext>
                  </a:extLst>
                </a:gridCol>
              </a:tblGrid>
              <a:tr h="393904">
                <a:tc>
                  <a:txBody>
                    <a:bodyPr/>
                    <a:lstStyle/>
                    <a:p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S1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S2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S3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S4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S5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S6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1875538"/>
                  </a:ext>
                </a:extLst>
              </a:tr>
              <a:tr h="393904">
                <a:tc>
                  <a:txBody>
                    <a:bodyPr/>
                    <a:lstStyle/>
                    <a:p>
                      <a:r>
                        <a:rPr lang="it-IT" b="1" dirty="0">
                          <a:solidFill>
                            <a:srgbClr val="0070C0"/>
                          </a:solidFill>
                        </a:rPr>
                        <a:t>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170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180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230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210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240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190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5887333"/>
                  </a:ext>
                </a:extLst>
              </a:tr>
            </a:tbl>
          </a:graphicData>
        </a:graphic>
      </p:graphicFrame>
      <p:pic>
        <p:nvPicPr>
          <p:cNvPr id="6" name="Immagine 5">
            <a:extLst>
              <a:ext uri="{FF2B5EF4-FFF2-40B4-BE49-F238E27FC236}">
                <a16:creationId xmlns:a16="http://schemas.microsoft.com/office/drawing/2014/main" id="{47679D9C-D43B-A52B-0333-FBF605CF75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200" y="1894038"/>
            <a:ext cx="7085143" cy="2585120"/>
          </a:xfrm>
          <a:prstGeom prst="rect">
            <a:avLst/>
          </a:prstGeom>
        </p:spPr>
      </p:pic>
      <p:sp>
        <p:nvSpPr>
          <p:cNvPr id="7" name="CasellaDiTesto 6">
            <a:extLst>
              <a:ext uri="{FF2B5EF4-FFF2-40B4-BE49-F238E27FC236}">
                <a16:creationId xmlns:a16="http://schemas.microsoft.com/office/drawing/2014/main" id="{281893B7-1984-E4EA-415A-9B694CBFC17D}"/>
              </a:ext>
            </a:extLst>
          </p:cNvPr>
          <p:cNvSpPr txBox="1"/>
          <p:nvPr/>
        </p:nvSpPr>
        <p:spPr>
          <a:xfrm>
            <a:off x="7328516" y="2326131"/>
            <a:ext cx="449949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sz="1800" b="1" kern="100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 [170,200]    -&gt; (G2+G3, G1+G3, G1+G2+G3)  </a:t>
            </a:r>
            <a:r>
              <a:rPr lang="en-US" sz="1800" b="1" kern="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sz="1800" b="1" kern="0" baseline="-250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n-US" sz="1800" kern="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 [200,240]    -&gt; (G1+G3, G1+G2+G3) </a:t>
            </a:r>
            <a:endParaRPr lang="it-IT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it-IT" dirty="0"/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3D24D967-5C46-8F2F-730A-BD516FF8B7FD}"/>
              </a:ext>
            </a:extLst>
          </p:cNvPr>
          <p:cNvSpPr txBox="1"/>
          <p:nvPr/>
        </p:nvSpPr>
        <p:spPr>
          <a:xfrm>
            <a:off x="202602" y="4871848"/>
            <a:ext cx="109158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We cosider the point of view of a producer with expenditure only on G1 and G3, that can fix power given by G2 (given by another producer) </a:t>
            </a:r>
            <a:r>
              <a:rPr lang="en-US" dirty="0"/>
              <a:t>without</a:t>
            </a:r>
            <a:r>
              <a:rPr lang="it-IT" dirty="0"/>
              <a:t> caring about its cost rate. </a:t>
            </a:r>
          </a:p>
        </p:txBody>
      </p:sp>
    </p:spTree>
    <p:extLst>
      <p:ext uri="{BB962C8B-B14F-4D97-AF65-F5344CB8AC3E}">
        <p14:creationId xmlns:p14="http://schemas.microsoft.com/office/powerpoint/2010/main" val="12578162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B56452F-5D3C-7097-5D28-32F585727E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482" y="208625"/>
            <a:ext cx="11207318" cy="5968338"/>
          </a:xfrm>
        </p:spPr>
        <p:txBody>
          <a:bodyPr/>
          <a:lstStyle/>
          <a:p>
            <a:pPr marL="0" indent="0" algn="just">
              <a:buNone/>
            </a:pPr>
            <a:r>
              <a:rPr lang="en-US" sz="1800" b="1" kern="100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Optimzation problem </a:t>
            </a:r>
            <a:r>
              <a:rPr lang="en-US" sz="1800" kern="100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(in KKT formulation)</a:t>
            </a:r>
            <a:endParaRPr lang="en-US" sz="1800" kern="100" dirty="0">
              <a:solidFill>
                <a:srgbClr val="0070C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1800" i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= </a:t>
            </a:r>
            <a:r>
              <a:rPr lang="en-US" sz="1800" kern="100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0.5 + 1.5*(P</a:t>
            </a:r>
            <a:r>
              <a:rPr lang="en-US" sz="1800" kern="100" baseline="-25000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g1</a:t>
            </a:r>
            <a:r>
              <a:rPr lang="en-US" sz="1800" kern="100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-95)</a:t>
            </a:r>
            <a:r>
              <a:rPr lang="en-US" sz="1800" kern="100" baseline="30000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+ </a:t>
            </a:r>
            <a:r>
              <a:rPr lang="en-US" sz="1800" kern="1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1.5 +4*(P</a:t>
            </a:r>
            <a:r>
              <a:rPr lang="en-US" sz="1800" kern="100" baseline="-250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g3</a:t>
            </a:r>
            <a:r>
              <a:rPr lang="en-US" sz="1800" kern="1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-140)</a:t>
            </a:r>
            <a:r>
              <a:rPr lang="en-US" sz="1800" kern="100" baseline="300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n-US" sz="1800" kern="1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</a:t>
            </a:r>
            <a:r>
              <a:rPr lang="en-US" sz="1800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(neglect c</a:t>
            </a:r>
            <a:r>
              <a:rPr lang="en-US" sz="1800" kern="100" baseline="-250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n-US" sz="1800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on the cost function, as we pointed out)</a:t>
            </a:r>
            <a:endParaRPr lang="it-IT" sz="1800" kern="1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 = </a:t>
            </a:r>
            <a:r>
              <a:rPr lang="en-US" sz="1800" kern="100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</a:t>
            </a:r>
            <a:r>
              <a:rPr lang="en-US" sz="1800" kern="100" baseline="-25000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g1</a:t>
            </a:r>
            <a:r>
              <a:rPr lang="en-US" sz="1800" kern="100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+ P</a:t>
            </a:r>
            <a:r>
              <a:rPr lang="en-US" sz="1800" kern="100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g2 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+ </a:t>
            </a:r>
            <a:r>
              <a:rPr lang="en-US" sz="1800" kern="1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</a:t>
            </a:r>
            <a:r>
              <a:rPr lang="en-US" sz="1800" kern="100" baseline="-250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g3</a:t>
            </a:r>
            <a:r>
              <a:rPr lang="en-US" sz="1800" kern="1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– P</a:t>
            </a:r>
            <a:r>
              <a:rPr lang="en-US" sz="1800" kern="100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</a:t>
            </a:r>
            <a:endParaRPr lang="it-IT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1800" kern="100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</a:t>
            </a:r>
            <a:r>
              <a:rPr lang="en-US" sz="1800" kern="100" baseline="-25000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</a:t>
            </a:r>
            <a:r>
              <a:rPr lang="en-US" sz="1800" kern="100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=P</a:t>
            </a:r>
            <a:r>
              <a:rPr lang="en-US" sz="1800" kern="100" baseline="-25000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g1 </a:t>
            </a:r>
            <a:r>
              <a:rPr lang="en-US" sz="1800" kern="100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 P</a:t>
            </a:r>
            <a:r>
              <a:rPr lang="en-US" sz="1800" kern="100" baseline="-25000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g1,min				</a:t>
            </a:r>
            <a:r>
              <a:rPr lang="en-US" sz="1800" kern="100" baseline="-25000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                 </a:t>
            </a:r>
            <a:r>
              <a:rPr lang="en-US" sz="2400" b="1" kern="100" baseline="-25000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MAXIMA:</a:t>
            </a:r>
            <a:endParaRPr lang="it-IT" sz="2400" b="1" kern="100" dirty="0">
              <a:solidFill>
                <a:srgbClr val="0070C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1800" kern="100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</a:t>
            </a:r>
            <a:r>
              <a:rPr lang="en-US" sz="1800" kern="100" baseline="-25000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n-US" sz="1800" kern="100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=P</a:t>
            </a:r>
            <a:r>
              <a:rPr lang="en-US" sz="1800" kern="100" baseline="-25000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g1,max </a:t>
            </a:r>
            <a:r>
              <a:rPr lang="en-US" sz="1800" kern="100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 P</a:t>
            </a:r>
            <a:r>
              <a:rPr lang="en-US" sz="1800" kern="100" baseline="-25000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g1			</a:t>
            </a:r>
            <a:endParaRPr lang="it-IT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</a:t>
            </a:r>
            <a:r>
              <a:rPr lang="en-US" sz="1800" kern="100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=P</a:t>
            </a:r>
            <a:r>
              <a:rPr lang="en-US" sz="1800" kern="100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g2 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 P</a:t>
            </a:r>
            <a:r>
              <a:rPr lang="en-US" sz="1800" kern="100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g2,min</a:t>
            </a:r>
            <a:endParaRPr lang="it-IT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</a:t>
            </a:r>
            <a:r>
              <a:rPr lang="en-US" sz="1800" kern="100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4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=P</a:t>
            </a:r>
            <a:r>
              <a:rPr lang="en-US" sz="1800" kern="100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g2,max 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 P</a:t>
            </a:r>
            <a:r>
              <a:rPr lang="en-US" sz="1800" kern="100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g2</a:t>
            </a:r>
            <a:endParaRPr lang="it-IT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1800" kern="1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</a:t>
            </a:r>
            <a:r>
              <a:rPr lang="en-US" sz="1800" kern="100" baseline="-250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5</a:t>
            </a:r>
            <a:r>
              <a:rPr lang="en-US" sz="1800" kern="1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=P</a:t>
            </a:r>
            <a:r>
              <a:rPr lang="en-US" sz="1800" kern="100" baseline="-250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g3 </a:t>
            </a:r>
            <a:r>
              <a:rPr lang="en-US" sz="1800" kern="1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 P</a:t>
            </a:r>
            <a:r>
              <a:rPr lang="en-US" sz="1800" kern="100" baseline="-250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g3,min</a:t>
            </a:r>
            <a:endParaRPr lang="it-IT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1800" kern="1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</a:t>
            </a:r>
            <a:r>
              <a:rPr lang="en-US" sz="1800" kern="100" baseline="-250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6</a:t>
            </a:r>
            <a:r>
              <a:rPr lang="en-US" sz="1800" kern="1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=P</a:t>
            </a:r>
            <a:r>
              <a:rPr lang="en-US" sz="1800" kern="100" baseline="-250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g3,max </a:t>
            </a:r>
            <a:r>
              <a:rPr lang="en-US" sz="1800" kern="1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 P</a:t>
            </a:r>
            <a:r>
              <a:rPr lang="en-US" sz="1800" kern="100" baseline="-250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g3</a:t>
            </a:r>
            <a:endParaRPr lang="it-IT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L=</a:t>
            </a:r>
            <a:r>
              <a:rPr lang="en-US" sz="1800" i="1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f</a:t>
            </a:r>
            <a:r>
              <a:rPr lang="en-US" sz="1800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+ </a:t>
            </a:r>
            <a:r>
              <a:rPr lang="en-US" sz="1800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λ*</a:t>
            </a:r>
            <a:r>
              <a:rPr lang="en-US" sz="1800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 + </a:t>
            </a:r>
            <a:r>
              <a:rPr lang="en-US" sz="1800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μ*h       (Lagrangian)     </a:t>
            </a:r>
            <a:endParaRPr lang="it-IT" sz="18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800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sz="1800" kern="1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blue</a:t>
            </a:r>
            <a:r>
              <a:rPr lang="en-US" sz="1800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parts only if G3 is active, </a:t>
            </a:r>
            <a:r>
              <a:rPr lang="en-US" sz="1800" kern="100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green </a:t>
            </a:r>
            <a:r>
              <a:rPr lang="en-US" sz="1800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one when G1 is active)</a:t>
            </a:r>
            <a:endParaRPr lang="it-IT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it-IT" dirty="0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9453D4C5-4736-D4FF-9621-A7DEA5506F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1824" y="1787356"/>
            <a:ext cx="4481928" cy="4582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53373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5" name="Tabella 15">
                <a:extLst>
                  <a:ext uri="{FF2B5EF4-FFF2-40B4-BE49-F238E27FC236}">
                    <a16:creationId xmlns:a16="http://schemas.microsoft.com/office/drawing/2014/main" id="{4821E93C-6DD7-FB28-C4E4-3522068880E1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2783062838"/>
                  </p:ext>
                </p:extLst>
              </p:nvPr>
            </p:nvGraphicFramePr>
            <p:xfrm>
              <a:off x="230079" y="671529"/>
              <a:ext cx="10738278" cy="2616835"/>
            </p:xfrm>
            <a:graphic>
              <a:graphicData uri="http://schemas.openxmlformats.org/drawingml/2006/table">
                <a:tbl>
                  <a:tblPr firstRow="1" bandRow="1">
                    <a:tableStyleId>{93296810-A885-4BE3-A3E7-6D5BEEA58F35}</a:tableStyleId>
                  </a:tblPr>
                  <a:tblGrid>
                    <a:gridCol w="1193142">
                      <a:extLst>
                        <a:ext uri="{9D8B030D-6E8A-4147-A177-3AD203B41FA5}">
                          <a16:colId xmlns:a16="http://schemas.microsoft.com/office/drawing/2014/main" val="3089434795"/>
                        </a:ext>
                      </a:extLst>
                    </a:gridCol>
                    <a:gridCol w="1193142">
                      <a:extLst>
                        <a:ext uri="{9D8B030D-6E8A-4147-A177-3AD203B41FA5}">
                          <a16:colId xmlns:a16="http://schemas.microsoft.com/office/drawing/2014/main" val="1936757758"/>
                        </a:ext>
                      </a:extLst>
                    </a:gridCol>
                    <a:gridCol w="1193142">
                      <a:extLst>
                        <a:ext uri="{9D8B030D-6E8A-4147-A177-3AD203B41FA5}">
                          <a16:colId xmlns:a16="http://schemas.microsoft.com/office/drawing/2014/main" val="1356389798"/>
                        </a:ext>
                      </a:extLst>
                    </a:gridCol>
                    <a:gridCol w="1193142">
                      <a:extLst>
                        <a:ext uri="{9D8B030D-6E8A-4147-A177-3AD203B41FA5}">
                          <a16:colId xmlns:a16="http://schemas.microsoft.com/office/drawing/2014/main" val="3912197532"/>
                        </a:ext>
                      </a:extLst>
                    </a:gridCol>
                    <a:gridCol w="1193142">
                      <a:extLst>
                        <a:ext uri="{9D8B030D-6E8A-4147-A177-3AD203B41FA5}">
                          <a16:colId xmlns:a16="http://schemas.microsoft.com/office/drawing/2014/main" val="439205662"/>
                        </a:ext>
                      </a:extLst>
                    </a:gridCol>
                    <a:gridCol w="1193142">
                      <a:extLst>
                        <a:ext uri="{9D8B030D-6E8A-4147-A177-3AD203B41FA5}">
                          <a16:colId xmlns:a16="http://schemas.microsoft.com/office/drawing/2014/main" val="3626886505"/>
                        </a:ext>
                      </a:extLst>
                    </a:gridCol>
                    <a:gridCol w="1193142">
                      <a:extLst>
                        <a:ext uri="{9D8B030D-6E8A-4147-A177-3AD203B41FA5}">
                          <a16:colId xmlns:a16="http://schemas.microsoft.com/office/drawing/2014/main" val="1730709044"/>
                        </a:ext>
                      </a:extLst>
                    </a:gridCol>
                    <a:gridCol w="1193142">
                      <a:extLst>
                        <a:ext uri="{9D8B030D-6E8A-4147-A177-3AD203B41FA5}">
                          <a16:colId xmlns:a16="http://schemas.microsoft.com/office/drawing/2014/main" val="3130150184"/>
                        </a:ext>
                      </a:extLst>
                    </a:gridCol>
                    <a:gridCol w="1193142">
                      <a:extLst>
                        <a:ext uri="{9D8B030D-6E8A-4147-A177-3AD203B41FA5}">
                          <a16:colId xmlns:a16="http://schemas.microsoft.com/office/drawing/2014/main" val="309469241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it-IT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it-IT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it-IT" b="1" smtClean="0">
                                        <a:latin typeface="Cambria Math" panose="02040503050406030204" pitchFamily="18" charset="0"/>
                                      </a:rPr>
                                      <m:t>𝑷</m:t>
                                    </m:r>
                                  </m:e>
                                  <m:sub>
                                    <m:r>
                                      <a:rPr lang="it-IT" b="1" smtClean="0">
                                        <a:latin typeface="Cambria Math" panose="02040503050406030204" pitchFamily="18" charset="0"/>
                                      </a:rPr>
                                      <m:t>𝒈</m:t>
                                    </m:r>
                                    <m:r>
                                      <a:rPr lang="it-IT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it-IT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it-IT" dirty="0" smtClean="0"/>
                                  <m:t>tBias</m:t>
                                </m:r>
                                <m:r>
                                  <m:rPr>
                                    <m:nor/>
                                  </m:rPr>
                                  <a:rPr lang="it-IT" dirty="0" smtClean="0"/>
                                  <m:t>1</m:t>
                                </m:r>
                              </m:oMath>
                            </m:oMathPara>
                          </a14:m>
                          <a:endParaRPr lang="it-IT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it-IT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it-IT" b="1" smtClean="0">
                                        <a:latin typeface="Cambria Math" panose="02040503050406030204" pitchFamily="18" charset="0"/>
                                      </a:rPr>
                                      <m:t>𝑷</m:t>
                                    </m:r>
                                  </m:e>
                                  <m:sub>
                                    <m:r>
                                      <a:rPr lang="it-IT" b="1" smtClean="0">
                                        <a:latin typeface="Cambria Math" panose="02040503050406030204" pitchFamily="18" charset="0"/>
                                      </a:rPr>
                                      <m:t>𝒈</m:t>
                                    </m:r>
                                    <m:r>
                                      <a:rPr lang="it-IT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it-IT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it-IT" dirty="0" smtClean="0"/>
                                  <m:t>tBias</m:t>
                                </m:r>
                                <m:r>
                                  <m:rPr>
                                    <m:nor/>
                                  </m:rPr>
                                  <a:rPr lang="it-IT" dirty="0" smtClean="0"/>
                                  <m:t>2</m:t>
                                </m:r>
                              </m:oMath>
                            </m:oMathPara>
                          </a14:m>
                          <a:endParaRPr lang="it-IT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it-IT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it-IT" b="1" smtClean="0">
                                        <a:latin typeface="Cambria Math" panose="02040503050406030204" pitchFamily="18" charset="0"/>
                                      </a:rPr>
                                      <m:t>𝑷</m:t>
                                    </m:r>
                                  </m:e>
                                  <m:sub>
                                    <m:r>
                                      <a:rPr lang="it-IT" b="1" smtClean="0">
                                        <a:latin typeface="Cambria Math" panose="02040503050406030204" pitchFamily="18" charset="0"/>
                                      </a:rPr>
                                      <m:t>𝒈</m:t>
                                    </m:r>
                                    <m:r>
                                      <a:rPr lang="it-IT" b="1" i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it-IT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it-IT" dirty="0" smtClean="0"/>
                                  <m:t>tBias</m:t>
                                </m:r>
                                <m:r>
                                  <m:rPr>
                                    <m:nor/>
                                  </m:rPr>
                                  <a:rPr lang="it-IT" b="1" i="0" dirty="0" smtClean="0"/>
                                  <m:t>3</m:t>
                                </m:r>
                              </m:oMath>
                            </m:oMathPara>
                          </a14:m>
                          <a:endParaRPr lang="it-IT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Cost rate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Combin.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9280096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it-IT" b="1" dirty="0"/>
                            <a:t>S1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b="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30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0.6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140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0.93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1.5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G2+G3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03733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it-IT" b="1" dirty="0"/>
                            <a:t>S2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b="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40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0.8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140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0.93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1.5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G2+G3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3765453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it-IT" b="1" dirty="0"/>
                            <a:t>S3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b="0" dirty="0"/>
                            <a:t>91.36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0.91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138.64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0.92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29.27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G1+G3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548833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it-IT" b="1" dirty="0"/>
                            <a:t>S4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b="0" dirty="0"/>
                            <a:t>76.82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0.77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133.18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0.89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683.2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G1+G3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254879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it-IT" b="1" dirty="0"/>
                            <a:t>S5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b="0" dirty="0"/>
                            <a:t>93.18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0.93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7.5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0.15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139.32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0.93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8.82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G1+G2+G3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2275093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it-IT" b="1" dirty="0"/>
                            <a:t>S6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b="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50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140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0.93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1.5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G2+G3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927794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5" name="Tabella 15">
                <a:extLst>
                  <a:ext uri="{FF2B5EF4-FFF2-40B4-BE49-F238E27FC236}">
                    <a16:creationId xmlns:a16="http://schemas.microsoft.com/office/drawing/2014/main" id="{4821E93C-6DD7-FB28-C4E4-3522068880E1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2783062838"/>
                  </p:ext>
                </p:extLst>
              </p:nvPr>
            </p:nvGraphicFramePr>
            <p:xfrm>
              <a:off x="230079" y="671529"/>
              <a:ext cx="10738278" cy="2616835"/>
            </p:xfrm>
            <a:graphic>
              <a:graphicData uri="http://schemas.openxmlformats.org/drawingml/2006/table">
                <a:tbl>
                  <a:tblPr firstRow="1" bandRow="1">
                    <a:tableStyleId>{93296810-A885-4BE3-A3E7-6D5BEEA58F35}</a:tableStyleId>
                  </a:tblPr>
                  <a:tblGrid>
                    <a:gridCol w="1193142">
                      <a:extLst>
                        <a:ext uri="{9D8B030D-6E8A-4147-A177-3AD203B41FA5}">
                          <a16:colId xmlns:a16="http://schemas.microsoft.com/office/drawing/2014/main" val="3089434795"/>
                        </a:ext>
                      </a:extLst>
                    </a:gridCol>
                    <a:gridCol w="1193142">
                      <a:extLst>
                        <a:ext uri="{9D8B030D-6E8A-4147-A177-3AD203B41FA5}">
                          <a16:colId xmlns:a16="http://schemas.microsoft.com/office/drawing/2014/main" val="1936757758"/>
                        </a:ext>
                      </a:extLst>
                    </a:gridCol>
                    <a:gridCol w="1193142">
                      <a:extLst>
                        <a:ext uri="{9D8B030D-6E8A-4147-A177-3AD203B41FA5}">
                          <a16:colId xmlns:a16="http://schemas.microsoft.com/office/drawing/2014/main" val="1356389798"/>
                        </a:ext>
                      </a:extLst>
                    </a:gridCol>
                    <a:gridCol w="1193142">
                      <a:extLst>
                        <a:ext uri="{9D8B030D-6E8A-4147-A177-3AD203B41FA5}">
                          <a16:colId xmlns:a16="http://schemas.microsoft.com/office/drawing/2014/main" val="3912197532"/>
                        </a:ext>
                      </a:extLst>
                    </a:gridCol>
                    <a:gridCol w="1193142">
                      <a:extLst>
                        <a:ext uri="{9D8B030D-6E8A-4147-A177-3AD203B41FA5}">
                          <a16:colId xmlns:a16="http://schemas.microsoft.com/office/drawing/2014/main" val="439205662"/>
                        </a:ext>
                      </a:extLst>
                    </a:gridCol>
                    <a:gridCol w="1193142">
                      <a:extLst>
                        <a:ext uri="{9D8B030D-6E8A-4147-A177-3AD203B41FA5}">
                          <a16:colId xmlns:a16="http://schemas.microsoft.com/office/drawing/2014/main" val="3626886505"/>
                        </a:ext>
                      </a:extLst>
                    </a:gridCol>
                    <a:gridCol w="1193142">
                      <a:extLst>
                        <a:ext uri="{9D8B030D-6E8A-4147-A177-3AD203B41FA5}">
                          <a16:colId xmlns:a16="http://schemas.microsoft.com/office/drawing/2014/main" val="1730709044"/>
                        </a:ext>
                      </a:extLst>
                    </a:gridCol>
                    <a:gridCol w="1193142">
                      <a:extLst>
                        <a:ext uri="{9D8B030D-6E8A-4147-A177-3AD203B41FA5}">
                          <a16:colId xmlns:a16="http://schemas.microsoft.com/office/drawing/2014/main" val="3130150184"/>
                        </a:ext>
                      </a:extLst>
                    </a:gridCol>
                    <a:gridCol w="1193142">
                      <a:extLst>
                        <a:ext uri="{9D8B030D-6E8A-4147-A177-3AD203B41FA5}">
                          <a16:colId xmlns:a16="http://schemas.microsoft.com/office/drawing/2014/main" val="3094692410"/>
                        </a:ext>
                      </a:extLst>
                    </a:gridCol>
                  </a:tblGrid>
                  <a:tr h="391795">
                    <a:tc>
                      <a:txBody>
                        <a:bodyPr/>
                        <a:lstStyle/>
                        <a:p>
                          <a:endParaRPr lang="it-IT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>
                        <a:blipFill>
                          <a:blip r:embed="rId2"/>
                          <a:stretch>
                            <a:fillRect l="-100510" t="-7813" r="-701531" b="-5953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>
                        <a:blipFill>
                          <a:blip r:embed="rId2"/>
                          <a:stretch>
                            <a:fillRect l="-200510" t="-7813" r="-601531" b="-5953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>
                        <a:blipFill>
                          <a:blip r:embed="rId2"/>
                          <a:stretch>
                            <a:fillRect l="-300510" t="-7813" r="-501531" b="-5953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>
                        <a:blipFill>
                          <a:blip r:embed="rId2"/>
                          <a:stretch>
                            <a:fillRect l="-402564" t="-7813" r="-404103" b="-5953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>
                        <a:blipFill>
                          <a:blip r:embed="rId2"/>
                          <a:stretch>
                            <a:fillRect l="-500000" t="-7813" r="-302041" b="-5953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>
                        <a:blipFill>
                          <a:blip r:embed="rId2"/>
                          <a:stretch>
                            <a:fillRect l="-600000" t="-7813" r="-202041" b="-5953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Cost rate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Combin.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9280096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it-IT" b="1" dirty="0"/>
                            <a:t>S1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b="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30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0.6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140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0.93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1.5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G2+G3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03733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it-IT" b="1" dirty="0"/>
                            <a:t>S2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b="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40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0.8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140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0.93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1.5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G2+G3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3765453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it-IT" b="1" dirty="0"/>
                            <a:t>S3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b="0" dirty="0"/>
                            <a:t>91.36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0.91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138.64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0.92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29.27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G1+G3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548833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it-IT" b="1" dirty="0"/>
                            <a:t>S4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b="0" dirty="0"/>
                            <a:t>76.82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0.77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133.18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0.89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683.2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G1+G3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254879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it-IT" b="1" dirty="0"/>
                            <a:t>S5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b="0" dirty="0"/>
                            <a:t>93.18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0.93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7.5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0.15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139.32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0.93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8.82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G1+G2+G3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2275093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it-IT" b="1" dirty="0"/>
                            <a:t>S6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b="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50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140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0.93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1.5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G2+G3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9277940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BD8E841F-96F7-F3C2-0175-67947E2DB758}"/>
              </a:ext>
            </a:extLst>
          </p:cNvPr>
          <p:cNvSpPr txBox="1"/>
          <p:nvPr/>
        </p:nvSpPr>
        <p:spPr>
          <a:xfrm>
            <a:off x="377301" y="146482"/>
            <a:ext cx="61832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dirty="0"/>
              <a:t>Summing up the optimization results:</a:t>
            </a:r>
          </a:p>
        </p:txBody>
      </p:sp>
      <p:pic>
        <p:nvPicPr>
          <p:cNvPr id="18" name="Immagine 17">
            <a:extLst>
              <a:ext uri="{FF2B5EF4-FFF2-40B4-BE49-F238E27FC236}">
                <a16:creationId xmlns:a16="http://schemas.microsoft.com/office/drawing/2014/main" id="{B8840514-949D-7CDF-43D9-50062BD926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88" y="3486600"/>
            <a:ext cx="6193598" cy="3224918"/>
          </a:xfrm>
          <a:prstGeom prst="rect">
            <a:avLst/>
          </a:prstGeom>
        </p:spPr>
      </p:pic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9D7642D3-8D27-1DD1-9F25-89E54FE9C69B}"/>
              </a:ext>
            </a:extLst>
          </p:cNvPr>
          <p:cNvSpPr txBox="1"/>
          <p:nvPr/>
        </p:nvSpPr>
        <p:spPr>
          <a:xfrm>
            <a:off x="459129" y="4047281"/>
            <a:ext cx="377720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Once computed the tertiary bias, using the control tuned previously, we can simulate our optimal tertiary bias as done before. </a:t>
            </a:r>
          </a:p>
        </p:txBody>
      </p:sp>
    </p:spTree>
    <p:extLst>
      <p:ext uri="{BB962C8B-B14F-4D97-AF65-F5344CB8AC3E}">
        <p14:creationId xmlns:p14="http://schemas.microsoft.com/office/powerpoint/2010/main" val="16346718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 descr="Immagine che contiene testo, schermata, linea, Diagramma&#10;&#10;Descrizione generata automaticamente">
            <a:extLst>
              <a:ext uri="{FF2B5EF4-FFF2-40B4-BE49-F238E27FC236}">
                <a16:creationId xmlns:a16="http://schemas.microsoft.com/office/drawing/2014/main" id="{A401EAB7-42C8-6AA1-9890-B93F368FCD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004" y="1655903"/>
            <a:ext cx="5370337" cy="3546194"/>
          </a:xfrm>
          <a:prstGeom prst="rect">
            <a:avLst/>
          </a:prstGeom>
          <a:ln w="5080">
            <a:solidFill>
              <a:schemeClr val="accent1"/>
            </a:solidFill>
          </a:ln>
        </p:spPr>
      </p:pic>
      <p:pic>
        <p:nvPicPr>
          <p:cNvPr id="7" name="Immagine 6" descr="Immagine che contiene testo, linea, diagramma, Diagramma&#10;&#10;Descrizione generata automaticamente">
            <a:extLst>
              <a:ext uri="{FF2B5EF4-FFF2-40B4-BE49-F238E27FC236}">
                <a16:creationId xmlns:a16="http://schemas.microsoft.com/office/drawing/2014/main" id="{5132E44C-80D1-7C3B-B922-381778C16DC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061"/>
          <a:stretch/>
        </p:blipFill>
        <p:spPr>
          <a:xfrm>
            <a:off x="6158873" y="223777"/>
            <a:ext cx="4693419" cy="3060000"/>
          </a:xfrm>
          <a:prstGeom prst="rect">
            <a:avLst/>
          </a:prstGeom>
          <a:ln w="5080">
            <a:solidFill>
              <a:schemeClr val="accent1"/>
            </a:solidFill>
          </a:ln>
        </p:spPr>
      </p:pic>
      <p:pic>
        <p:nvPicPr>
          <p:cNvPr id="9" name="Immagine 8" descr="Immagine che contiene diagramma, linea, testo, schermata&#10;&#10;Descrizione generata automaticamente">
            <a:extLst>
              <a:ext uri="{FF2B5EF4-FFF2-40B4-BE49-F238E27FC236}">
                <a16:creationId xmlns:a16="http://schemas.microsoft.com/office/drawing/2014/main" id="{20DB1331-BBC3-7DE7-8905-F4B40B37901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2367" y="3610925"/>
            <a:ext cx="4626430" cy="3060000"/>
          </a:xfrm>
          <a:prstGeom prst="rect">
            <a:avLst/>
          </a:prstGeom>
          <a:ln w="5080">
            <a:solidFill>
              <a:schemeClr val="accent1"/>
            </a:solidFill>
          </a:ln>
        </p:spPr>
      </p:pic>
      <p:sp>
        <p:nvSpPr>
          <p:cNvPr id="10" name="CasellaDiTesto 9">
            <a:extLst>
              <a:ext uri="{FF2B5EF4-FFF2-40B4-BE49-F238E27FC236}">
                <a16:creationId xmlns:a16="http://schemas.microsoft.com/office/drawing/2014/main" id="{37CE1E20-C157-D4BA-6E1E-E295F795B68F}"/>
              </a:ext>
            </a:extLst>
          </p:cNvPr>
          <p:cNvSpPr txBox="1"/>
          <p:nvPr/>
        </p:nvSpPr>
        <p:spPr>
          <a:xfrm>
            <a:off x="7815822" y="258125"/>
            <a:ext cx="1690852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it-IT" sz="1600" dirty="0">
                <a:solidFill>
                  <a:srgbClr val="0070C0"/>
                </a:solidFill>
              </a:rPr>
              <a:t>Primary control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31E4583A-A0C7-21A2-F79C-1F982D65FEBE}"/>
              </a:ext>
            </a:extLst>
          </p:cNvPr>
          <p:cNvSpPr txBox="1"/>
          <p:nvPr/>
        </p:nvSpPr>
        <p:spPr>
          <a:xfrm>
            <a:off x="7693985" y="4068452"/>
            <a:ext cx="1766390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it-IT" sz="1600" dirty="0">
                <a:solidFill>
                  <a:srgbClr val="0070C0"/>
                </a:solidFill>
              </a:rPr>
              <a:t>Secondary control</a:t>
            </a: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11319F88-E45A-6F4D-1554-7F9CC8D3144E}"/>
              </a:ext>
            </a:extLst>
          </p:cNvPr>
          <p:cNvSpPr txBox="1"/>
          <p:nvPr/>
        </p:nvSpPr>
        <p:spPr>
          <a:xfrm>
            <a:off x="2317022" y="1769210"/>
            <a:ext cx="1570299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it-IT" sz="1600" b="1" dirty="0">
                <a:solidFill>
                  <a:srgbClr val="0070C0"/>
                </a:solidFill>
              </a:rPr>
              <a:t>Frequency error</a:t>
            </a:r>
          </a:p>
        </p:txBody>
      </p:sp>
    </p:spTree>
    <p:extLst>
      <p:ext uri="{BB962C8B-B14F-4D97-AF65-F5344CB8AC3E}">
        <p14:creationId xmlns:p14="http://schemas.microsoft.com/office/powerpoint/2010/main" val="260414491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240</TotalTime>
  <Words>1400</Words>
  <Application>Microsoft Office PowerPoint</Application>
  <PresentationFormat>Widescreen</PresentationFormat>
  <Paragraphs>339</Paragraphs>
  <Slides>15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6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15</vt:i4>
      </vt:variant>
    </vt:vector>
  </HeadingPairs>
  <TitlesOfParts>
    <vt:vector size="22" baseType="lpstr">
      <vt:lpstr>Arial</vt:lpstr>
      <vt:lpstr>Calibri</vt:lpstr>
      <vt:lpstr>Calibri Light</vt:lpstr>
      <vt:lpstr>Cambria Math</vt:lpstr>
      <vt:lpstr>Courier New</vt:lpstr>
      <vt:lpstr>LiberationSans</vt:lpstr>
      <vt:lpstr>Tema di Office</vt:lpstr>
      <vt:lpstr> Automation of Energy Systems Project for the academic year 2022/2023   Alessandro Puglisi, Nicolò Spinelli, Riccardo Mondin, Davide Pizzocheri</vt:lpstr>
      <vt:lpstr>Configuration A, Control</vt:lpstr>
      <vt:lpstr>Presentazione standard di PowerPoint</vt:lpstr>
      <vt:lpstr>Presentazione standard di PowerPoint</vt:lpstr>
      <vt:lpstr>Presentazione standard di PowerPoint</vt:lpstr>
      <vt:lpstr>Configuration A, Optimization</vt:lpstr>
      <vt:lpstr>Presentazione standard di PowerPoint</vt:lpstr>
      <vt:lpstr>Presentazione standard di PowerPoint</vt:lpstr>
      <vt:lpstr>Presentazione standard di PowerPoint</vt:lpstr>
      <vt:lpstr>Configuration B, Control  </vt:lpstr>
      <vt:lpstr>Presentazione standard di PowerPoint</vt:lpstr>
      <vt:lpstr>Configuration B, Optimization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Automation of Energy Systems Project for the academic year 2022/2023   Alessandro Puglisi, Nicolò Spinelli, Riccardo Mondin, Davide Pizzocheri</dc:title>
  <dc:creator>Alessandro Puglisi</dc:creator>
  <cp:lastModifiedBy>Alessandro Puglisi</cp:lastModifiedBy>
  <cp:revision>1</cp:revision>
  <dcterms:created xsi:type="dcterms:W3CDTF">2023-06-04T21:14:14Z</dcterms:created>
  <dcterms:modified xsi:type="dcterms:W3CDTF">2023-06-07T20:34:35Z</dcterms:modified>
</cp:coreProperties>
</file>